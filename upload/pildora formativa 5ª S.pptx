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067" r:id="rId2"/>
    <p:sldId id="2095" r:id="rId3"/>
    <p:sldId id="2118" r:id="rId4"/>
    <p:sldId id="2096" r:id="rId5"/>
    <p:sldId id="2009" r:id="rId6"/>
    <p:sldId id="2104" r:id="rId7"/>
    <p:sldId id="2119" r:id="rId8"/>
    <p:sldId id="2120" r:id="rId9"/>
    <p:sldId id="2121" r:id="rId10"/>
    <p:sldId id="2122" r:id="rId11"/>
    <p:sldId id="2123" r:id="rId12"/>
    <p:sldId id="2125" r:id="rId13"/>
    <p:sldId id="2094" r:id="rId14"/>
  </p:sldIdLst>
  <p:sldSz cx="9144000" cy="8999538"/>
  <p:notesSz cx="6797675" cy="9926638"/>
  <p:defaultTextStyle>
    <a:defPPr>
      <a:defRPr lang="en-US"/>
    </a:defPPr>
    <a:lvl1pPr marL="0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8433" initials="5" lastIdx="8" clrIdx="0">
    <p:extLst>
      <p:ext uri="{19B8F6BF-5375-455C-9EA6-DF929625EA0E}">
        <p15:presenceInfo xmlns:p15="http://schemas.microsoft.com/office/powerpoint/2012/main" userId="5843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ECFD4D"/>
    <a:srgbClr val="BB8FAE"/>
    <a:srgbClr val="CF7BBD"/>
    <a:srgbClr val="C488BD"/>
    <a:srgbClr val="E9F456"/>
    <a:srgbClr val="D4E763"/>
    <a:srgbClr val="C5CA82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0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6EFAD-E6AD-4F64-B257-8274A48E985E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2D188EA-0879-45FC-81A9-D5C969F67B86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OBETIVO</a:t>
          </a:r>
          <a:endParaRPr lang="es-ES" b="1" dirty="0">
            <a:solidFill>
              <a:schemeClr val="tx1"/>
            </a:solidFill>
          </a:endParaRPr>
        </a:p>
      </dgm:t>
    </dgm:pt>
    <dgm:pt modelId="{D9F5EFDF-77CA-43BB-87F2-938F8E667304}" type="parTrans" cxnId="{BAC3AF77-5162-41A6-8A3A-CBC223B7C477}">
      <dgm:prSet/>
      <dgm:spPr/>
      <dgm:t>
        <a:bodyPr/>
        <a:lstStyle/>
        <a:p>
          <a:endParaRPr lang="es-ES"/>
        </a:p>
      </dgm:t>
    </dgm:pt>
    <dgm:pt modelId="{5A5580E8-9EBF-431F-86EA-8485E981E612}" type="sibTrans" cxnId="{BAC3AF77-5162-41A6-8A3A-CBC223B7C477}">
      <dgm:prSet/>
      <dgm:spPr/>
      <dgm:t>
        <a:bodyPr/>
        <a:lstStyle/>
        <a:p>
          <a:endParaRPr lang="es-ES"/>
        </a:p>
      </dgm:t>
    </dgm:pt>
    <dgm:pt modelId="{D7D8E2F7-93B3-4ECA-B810-53FB0060CB99}">
      <dgm:prSet phldrT="[Texto]"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Mantener lo conseguido con las anteriores “S” haciendo las 5S como una forma cultural de trabajar.</a:t>
          </a:r>
          <a:endParaRPr lang="es-ES" sz="1600" dirty="0">
            <a:solidFill>
              <a:schemeClr val="tx1"/>
            </a:solidFill>
          </a:endParaRPr>
        </a:p>
      </dgm:t>
    </dgm:pt>
    <dgm:pt modelId="{E89E5B75-3D5D-4274-A4E9-7726B35BD571}" type="parTrans" cxnId="{EF5DA6D5-2861-48A3-9552-390B9A8EC1EA}">
      <dgm:prSet/>
      <dgm:spPr/>
      <dgm:t>
        <a:bodyPr/>
        <a:lstStyle/>
        <a:p>
          <a:endParaRPr lang="es-ES"/>
        </a:p>
      </dgm:t>
    </dgm:pt>
    <dgm:pt modelId="{36F4CE25-2C9F-4DEE-B2E9-E8B1D065D2AC}" type="sibTrans" cxnId="{EF5DA6D5-2861-48A3-9552-390B9A8EC1EA}">
      <dgm:prSet/>
      <dgm:spPr/>
      <dgm:t>
        <a:bodyPr/>
        <a:lstStyle/>
        <a:p>
          <a:endParaRPr lang="es-ES"/>
        </a:p>
      </dgm:t>
    </dgm:pt>
    <dgm:pt modelId="{268A617B-5625-47AE-AC59-E37E103654B2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CONCEPTO</a:t>
          </a:r>
          <a:endParaRPr lang="es-ES" b="1" dirty="0">
            <a:solidFill>
              <a:schemeClr val="tx1"/>
            </a:solidFill>
          </a:endParaRPr>
        </a:p>
      </dgm:t>
    </dgm:pt>
    <dgm:pt modelId="{BC5ADDF1-AA82-4300-AE08-A69B90803C86}" type="parTrans" cxnId="{79C75900-D7E7-4BD3-9234-CC66F96E8C67}">
      <dgm:prSet/>
      <dgm:spPr/>
      <dgm:t>
        <a:bodyPr/>
        <a:lstStyle/>
        <a:p>
          <a:endParaRPr lang="es-ES"/>
        </a:p>
      </dgm:t>
    </dgm:pt>
    <dgm:pt modelId="{C7A30E97-8570-45DA-A1F3-77A9F9485D8D}" type="sibTrans" cxnId="{79C75900-D7E7-4BD3-9234-CC66F96E8C67}">
      <dgm:prSet/>
      <dgm:spPr/>
      <dgm:t>
        <a:bodyPr/>
        <a:lstStyle/>
        <a:p>
          <a:endParaRPr lang="es-ES"/>
        </a:p>
      </dgm:t>
    </dgm:pt>
    <dgm:pt modelId="{B458F56D-9F3D-4FEC-A7F9-A5600F64E6B1}">
      <dgm:prSet phldrT="[Texto]"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Evitar que se rompan los procedimientos ya establecidos. Solo si se implanta la disciplina y el cumplimiento de las normas y procedimientos adoptados se podrá disfrutar de los beneficios que ellos brindan.</a:t>
          </a:r>
          <a:endParaRPr lang="es-ES" sz="1600" dirty="0">
            <a:solidFill>
              <a:schemeClr val="tx1"/>
            </a:solidFill>
          </a:endParaRPr>
        </a:p>
      </dgm:t>
    </dgm:pt>
    <dgm:pt modelId="{CA9BF403-97FC-4DE9-A14C-3E605399A169}" type="parTrans" cxnId="{7EFB69F7-029C-4574-BAA6-FC22967060B3}">
      <dgm:prSet/>
      <dgm:spPr/>
      <dgm:t>
        <a:bodyPr/>
        <a:lstStyle/>
        <a:p>
          <a:endParaRPr lang="es-ES"/>
        </a:p>
      </dgm:t>
    </dgm:pt>
    <dgm:pt modelId="{94D725D4-830A-4713-B08E-803FA86F4B93}" type="sibTrans" cxnId="{7EFB69F7-029C-4574-BAA6-FC22967060B3}">
      <dgm:prSet/>
      <dgm:spPr/>
      <dgm:t>
        <a:bodyPr/>
        <a:lstStyle/>
        <a:p>
          <a:endParaRPr lang="es-ES"/>
        </a:p>
      </dgm:t>
    </dgm:pt>
    <dgm:pt modelId="{F1571B21-CC37-4F89-89B4-72F31849BB00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PASOS A SEGUIR</a:t>
          </a:r>
          <a:endParaRPr lang="es-ES" b="1" dirty="0">
            <a:solidFill>
              <a:schemeClr val="tx1"/>
            </a:solidFill>
          </a:endParaRPr>
        </a:p>
      </dgm:t>
    </dgm:pt>
    <dgm:pt modelId="{8D232A44-5F7F-49B7-8150-D830A31E78F2}" type="parTrans" cxnId="{6FD145D1-3006-4099-B900-87B4215EA7AD}">
      <dgm:prSet/>
      <dgm:spPr/>
      <dgm:t>
        <a:bodyPr/>
        <a:lstStyle/>
        <a:p>
          <a:endParaRPr lang="es-ES"/>
        </a:p>
      </dgm:t>
    </dgm:pt>
    <dgm:pt modelId="{38D8B6B4-C56A-4E84-8DCB-CD36629ED7E1}" type="sibTrans" cxnId="{6FD145D1-3006-4099-B900-87B4215EA7AD}">
      <dgm:prSet/>
      <dgm:spPr/>
      <dgm:t>
        <a:bodyPr/>
        <a:lstStyle/>
        <a:p>
          <a:endParaRPr lang="es-ES"/>
        </a:p>
      </dgm:t>
    </dgm:pt>
    <dgm:pt modelId="{9AB5E336-DA6C-484C-996B-A6F390BB939E}">
      <dgm:prSet phldrT="[Texto]"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1.Hacer visibles los resultados de las 5 </a:t>
          </a:r>
          <a:r>
            <a:rPr lang="es-ES" sz="1600" dirty="0" err="1">
              <a:solidFill>
                <a:schemeClr val="tx1"/>
              </a:solidFill>
              <a:latin typeface="Calibri" panose="020F0502020204030204" pitchFamily="34" charset="0"/>
            </a:rPr>
            <a:t>S´s</a:t>
          </a:r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.</a:t>
          </a:r>
          <a:endParaRPr lang="es-ES" sz="1600" dirty="0">
            <a:solidFill>
              <a:schemeClr val="tx1"/>
            </a:solidFill>
          </a:endParaRPr>
        </a:p>
      </dgm:t>
    </dgm:pt>
    <dgm:pt modelId="{7F7F1F11-5475-4BBF-ADD7-8B458F8CF1F9}" type="parTrans" cxnId="{C6338BBF-D480-4CE3-BABE-055774A06742}">
      <dgm:prSet/>
      <dgm:spPr/>
      <dgm:t>
        <a:bodyPr/>
        <a:lstStyle/>
        <a:p>
          <a:endParaRPr lang="es-ES"/>
        </a:p>
      </dgm:t>
    </dgm:pt>
    <dgm:pt modelId="{63B76778-BB4A-4149-ACED-894662FB9A1C}" type="sibTrans" cxnId="{C6338BBF-D480-4CE3-BABE-055774A06742}">
      <dgm:prSet/>
      <dgm:spPr/>
      <dgm:t>
        <a:bodyPr/>
        <a:lstStyle/>
        <a:p>
          <a:endParaRPr lang="es-ES"/>
        </a:p>
      </dgm:t>
    </dgm:pt>
    <dgm:pt modelId="{A15AD425-B2C4-47FD-93C9-C2B1CE23A6A7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EAD580C2-7D1D-4B04-80B1-7DBB7CFCB09E}" type="parTrans" cxnId="{3CC88A4A-F260-4779-8BA6-49A1D2002E6E}">
      <dgm:prSet/>
      <dgm:spPr/>
      <dgm:t>
        <a:bodyPr/>
        <a:lstStyle/>
        <a:p>
          <a:endParaRPr lang="es-ES"/>
        </a:p>
      </dgm:t>
    </dgm:pt>
    <dgm:pt modelId="{CBA4EDF9-3451-4DD9-9E90-777E98B9A1AE}" type="sibTrans" cxnId="{3CC88A4A-F260-4779-8BA6-49A1D2002E6E}">
      <dgm:prSet/>
      <dgm:spPr/>
      <dgm:t>
        <a:bodyPr/>
        <a:lstStyle/>
        <a:p>
          <a:endParaRPr lang="es-ES"/>
        </a:p>
      </dgm:t>
    </dgm:pt>
    <dgm:pt modelId="{9D70E879-F7CA-4031-BCBE-778CB44AD7E9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00C2B9FE-95B1-42EA-8CA0-5D1B78B51677}" type="parTrans" cxnId="{1ED0EB8C-D15D-4E35-B0FD-77563E1CD5B2}">
      <dgm:prSet/>
      <dgm:spPr/>
      <dgm:t>
        <a:bodyPr/>
        <a:lstStyle/>
        <a:p>
          <a:endParaRPr lang="es-ES"/>
        </a:p>
      </dgm:t>
    </dgm:pt>
    <dgm:pt modelId="{C479743B-92AF-4F6E-BBA4-2C170B917B1B}" type="sibTrans" cxnId="{1ED0EB8C-D15D-4E35-B0FD-77563E1CD5B2}">
      <dgm:prSet/>
      <dgm:spPr/>
      <dgm:t>
        <a:bodyPr/>
        <a:lstStyle/>
        <a:p>
          <a:endParaRPr lang="es-ES"/>
        </a:p>
      </dgm:t>
    </dgm:pt>
    <dgm:pt modelId="{03D59EEB-70AE-4310-B088-66F3DC130441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57D9F755-B89E-4009-8093-CBE06397A8C6}" type="parTrans" cxnId="{66B2F731-A610-4B51-B616-566B6BE0AFBF}">
      <dgm:prSet/>
      <dgm:spPr/>
      <dgm:t>
        <a:bodyPr/>
        <a:lstStyle/>
        <a:p>
          <a:endParaRPr lang="es-ES"/>
        </a:p>
      </dgm:t>
    </dgm:pt>
    <dgm:pt modelId="{16D16E00-CA87-440C-87D4-97D25A229EFA}" type="sibTrans" cxnId="{66B2F731-A610-4B51-B616-566B6BE0AFBF}">
      <dgm:prSet/>
      <dgm:spPr/>
      <dgm:t>
        <a:bodyPr/>
        <a:lstStyle/>
        <a:p>
          <a:endParaRPr lang="es-ES"/>
        </a:p>
      </dgm:t>
    </dgm:pt>
    <dgm:pt modelId="{2501E2F5-3D8D-4EA1-914E-8FBE94FE729F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8AC9599F-D29F-46BA-8E6E-A8C48B320B3F}" type="parTrans" cxnId="{9B5B5199-FEF8-4FBE-BEDB-3FAB25C493DD}">
      <dgm:prSet/>
      <dgm:spPr/>
      <dgm:t>
        <a:bodyPr/>
        <a:lstStyle/>
        <a:p>
          <a:endParaRPr lang="es-ES"/>
        </a:p>
      </dgm:t>
    </dgm:pt>
    <dgm:pt modelId="{B47AC178-7ECE-4F0C-818A-D01A3C108B2A}" type="sibTrans" cxnId="{9B5B5199-FEF8-4FBE-BEDB-3FAB25C493DD}">
      <dgm:prSet/>
      <dgm:spPr/>
      <dgm:t>
        <a:bodyPr/>
        <a:lstStyle/>
        <a:p>
          <a:endParaRPr lang="es-ES"/>
        </a:p>
      </dgm:t>
    </dgm:pt>
    <dgm:pt modelId="{B62BB251-A3E2-454C-A704-72515B0C9588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7415C3DF-F6F0-4DAC-A548-7668E246479E}" type="parTrans" cxnId="{6AD19CF9-F68F-444D-AD65-08691FD660EB}">
      <dgm:prSet/>
      <dgm:spPr/>
      <dgm:t>
        <a:bodyPr/>
        <a:lstStyle/>
        <a:p>
          <a:endParaRPr lang="es-ES"/>
        </a:p>
      </dgm:t>
    </dgm:pt>
    <dgm:pt modelId="{E9C2A0CD-E428-4F7F-8705-253F0956C4F7}" type="sibTrans" cxnId="{6AD19CF9-F68F-444D-AD65-08691FD660EB}">
      <dgm:prSet/>
      <dgm:spPr/>
      <dgm:t>
        <a:bodyPr/>
        <a:lstStyle/>
        <a:p>
          <a:endParaRPr lang="es-ES"/>
        </a:p>
      </dgm:t>
    </dgm:pt>
    <dgm:pt modelId="{73E2CE53-6A8D-4966-B201-9259251D75D0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238A5D26-6FA6-4088-8A79-CEC9A069E497}" type="parTrans" cxnId="{6F141522-EF5F-4768-96DF-7F823BED8AB2}">
      <dgm:prSet/>
      <dgm:spPr/>
      <dgm:t>
        <a:bodyPr/>
        <a:lstStyle/>
        <a:p>
          <a:endParaRPr lang="es-ES"/>
        </a:p>
      </dgm:t>
    </dgm:pt>
    <dgm:pt modelId="{C8D7581B-6003-4E9A-8455-D27FAEB0DBBB}" type="sibTrans" cxnId="{6F141522-EF5F-4768-96DF-7F823BED8AB2}">
      <dgm:prSet/>
      <dgm:spPr/>
      <dgm:t>
        <a:bodyPr/>
        <a:lstStyle/>
        <a:p>
          <a:endParaRPr lang="es-ES"/>
        </a:p>
      </dgm:t>
    </dgm:pt>
    <dgm:pt modelId="{B5026A59-B6AF-434B-AB2D-EE370A499B3C}">
      <dgm:prSet custT="1"/>
      <dgm:spPr/>
      <dgm:t>
        <a:bodyPr/>
        <a:lstStyle/>
        <a:p>
          <a:endParaRPr lang="es-ES" sz="16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6CD5A1DC-6ED5-4522-B155-111D61BE0C9F}" type="parTrans" cxnId="{BC4AF4B7-D483-42F8-983F-19AEABF1BD8D}">
      <dgm:prSet/>
      <dgm:spPr/>
      <dgm:t>
        <a:bodyPr/>
        <a:lstStyle/>
        <a:p>
          <a:endParaRPr lang="es-ES"/>
        </a:p>
      </dgm:t>
    </dgm:pt>
    <dgm:pt modelId="{E3A634E4-CC24-4D94-A6A7-60BBC330B653}" type="sibTrans" cxnId="{BC4AF4B7-D483-42F8-983F-19AEABF1BD8D}">
      <dgm:prSet/>
      <dgm:spPr/>
      <dgm:t>
        <a:bodyPr/>
        <a:lstStyle/>
        <a:p>
          <a:endParaRPr lang="es-ES"/>
        </a:p>
      </dgm:t>
    </dgm:pt>
    <dgm:pt modelId="{912DA7C3-2006-4F11-A8DD-2CFB1833DAA0}">
      <dgm:prSet custT="1"/>
      <dgm:spPr/>
      <dgm:t>
        <a:bodyPr/>
        <a:lstStyle/>
        <a:p>
          <a:endParaRPr lang="es-ES" sz="16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112EB880-12CC-4C64-8E0A-3AAFA5925316}" type="parTrans" cxnId="{51378ABC-77C6-4DE3-AB01-9A3DD91D5723}">
      <dgm:prSet/>
      <dgm:spPr/>
      <dgm:t>
        <a:bodyPr/>
        <a:lstStyle/>
        <a:p>
          <a:endParaRPr lang="es-ES"/>
        </a:p>
      </dgm:t>
    </dgm:pt>
    <dgm:pt modelId="{2ACD3717-38B6-47C2-A778-76EDA1703D94}" type="sibTrans" cxnId="{51378ABC-77C6-4DE3-AB01-9A3DD91D5723}">
      <dgm:prSet/>
      <dgm:spPr/>
      <dgm:t>
        <a:bodyPr/>
        <a:lstStyle/>
        <a:p>
          <a:endParaRPr lang="es-ES"/>
        </a:p>
      </dgm:t>
    </dgm:pt>
    <dgm:pt modelId="{2999A086-01B4-41B7-9F3D-D47476EF52EA}">
      <dgm:prSet custT="1"/>
      <dgm:spPr/>
      <dgm:t>
        <a:bodyPr/>
        <a:lstStyle/>
        <a:p>
          <a:endParaRPr lang="es-ES" sz="16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8EEC1B69-3FCA-4ABE-BA33-A964B5D91156}" type="parTrans" cxnId="{ECE35256-68CF-4B94-BD76-7CACFBAC2E55}">
      <dgm:prSet/>
      <dgm:spPr/>
      <dgm:t>
        <a:bodyPr/>
        <a:lstStyle/>
        <a:p>
          <a:endParaRPr lang="es-ES"/>
        </a:p>
      </dgm:t>
    </dgm:pt>
    <dgm:pt modelId="{47242841-04B9-4AD0-BA57-287EB8FA791E}" type="sibTrans" cxnId="{ECE35256-68CF-4B94-BD76-7CACFBAC2E55}">
      <dgm:prSet/>
      <dgm:spPr/>
      <dgm:t>
        <a:bodyPr/>
        <a:lstStyle/>
        <a:p>
          <a:endParaRPr lang="es-ES"/>
        </a:p>
      </dgm:t>
    </dgm:pt>
    <dgm:pt modelId="{A8D74D29-33DE-4D78-A09C-3BC3E1EC5C9C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EA3587D8-76A5-4E67-9FCF-1D730904F5AA}" type="parTrans" cxnId="{BF672ACE-18B3-4D8F-AA40-D947BFF7545D}">
      <dgm:prSet/>
      <dgm:spPr/>
      <dgm:t>
        <a:bodyPr/>
        <a:lstStyle/>
        <a:p>
          <a:endParaRPr lang="es-ES"/>
        </a:p>
      </dgm:t>
    </dgm:pt>
    <dgm:pt modelId="{FA621869-0484-4D9A-8699-AFD8881FDA46}" type="sibTrans" cxnId="{BF672ACE-18B3-4D8F-AA40-D947BFF7545D}">
      <dgm:prSet/>
      <dgm:spPr/>
      <dgm:t>
        <a:bodyPr/>
        <a:lstStyle/>
        <a:p>
          <a:endParaRPr lang="es-ES"/>
        </a:p>
      </dgm:t>
    </dgm:pt>
    <dgm:pt modelId="{E7CDF6DD-C39D-440F-A4B0-BF0874A25621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2D074E17-15C6-4DE5-B388-FF628C117F02}" type="parTrans" cxnId="{BB0C6808-86BA-4078-84CC-CAC7437EF41E}">
      <dgm:prSet/>
      <dgm:spPr/>
      <dgm:t>
        <a:bodyPr/>
        <a:lstStyle/>
        <a:p>
          <a:endParaRPr lang="es-ES"/>
        </a:p>
      </dgm:t>
    </dgm:pt>
    <dgm:pt modelId="{72C39584-2E4B-46F1-957B-3B3C110AAEEE}" type="sibTrans" cxnId="{BB0C6808-86BA-4078-84CC-CAC7437EF41E}">
      <dgm:prSet/>
      <dgm:spPr/>
      <dgm:t>
        <a:bodyPr/>
        <a:lstStyle/>
        <a:p>
          <a:endParaRPr lang="es-ES"/>
        </a:p>
      </dgm:t>
    </dgm:pt>
    <dgm:pt modelId="{4BF1B5A0-9800-4BC5-A729-202DD7798C99}">
      <dgm:prSet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2.Provocar la crítica constructiva con otras áreas y hasta empresas.</a:t>
          </a:r>
        </a:p>
      </dgm:t>
    </dgm:pt>
    <dgm:pt modelId="{F5ADBCBB-2407-4D95-95D0-B42C0931C4C1}" type="parTrans" cxnId="{F6B20DD8-B47D-4692-878E-E8E139993851}">
      <dgm:prSet/>
      <dgm:spPr/>
      <dgm:t>
        <a:bodyPr/>
        <a:lstStyle/>
        <a:p>
          <a:endParaRPr lang="es-ES"/>
        </a:p>
      </dgm:t>
    </dgm:pt>
    <dgm:pt modelId="{F5EDA172-23C0-4A2A-9FB1-FD5EB07B91E5}" type="sibTrans" cxnId="{F6B20DD8-B47D-4692-878E-E8E139993851}">
      <dgm:prSet/>
      <dgm:spPr/>
      <dgm:t>
        <a:bodyPr/>
        <a:lstStyle/>
        <a:p>
          <a:endParaRPr lang="es-ES"/>
        </a:p>
      </dgm:t>
    </dgm:pt>
    <dgm:pt modelId="{A4F6C475-E2FC-4DFF-8449-2736E06B977F}">
      <dgm:prSet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3.Promover las 5 S´smediante esquemas promocionales.</a:t>
          </a:r>
        </a:p>
      </dgm:t>
    </dgm:pt>
    <dgm:pt modelId="{C111BFBF-F263-4249-94CF-021E0CA069F0}" type="parTrans" cxnId="{3AE35CBD-D637-4E4B-826F-A69CEACF63A3}">
      <dgm:prSet/>
      <dgm:spPr/>
      <dgm:t>
        <a:bodyPr/>
        <a:lstStyle/>
        <a:p>
          <a:endParaRPr lang="es-ES"/>
        </a:p>
      </dgm:t>
    </dgm:pt>
    <dgm:pt modelId="{B0CD1FEF-A660-4A93-85D2-EB2AE92F17D6}" type="sibTrans" cxnId="{3AE35CBD-D637-4E4B-826F-A69CEACF63A3}">
      <dgm:prSet/>
      <dgm:spPr/>
      <dgm:t>
        <a:bodyPr/>
        <a:lstStyle/>
        <a:p>
          <a:endParaRPr lang="es-ES"/>
        </a:p>
      </dgm:t>
    </dgm:pt>
    <dgm:pt modelId="{0836C195-477D-4B1B-ADBB-C1E036CFFB8A}">
      <dgm:prSet custT="1"/>
      <dgm:spPr/>
      <dgm:t>
        <a:bodyPr/>
        <a:lstStyle/>
        <a:p>
          <a:r>
            <a:rPr lang="es-ES" sz="1600" dirty="0">
              <a:solidFill>
                <a:schemeClr val="tx1"/>
              </a:solidFill>
              <a:latin typeface="Calibri" panose="020F0502020204030204" pitchFamily="34" charset="0"/>
            </a:rPr>
            <a:t>4.Provocar la participación de todos en la generación de ideas en 5 S´s.</a:t>
          </a:r>
        </a:p>
      </dgm:t>
    </dgm:pt>
    <dgm:pt modelId="{60B0403B-2B74-458D-BC37-4B6CE7BB7A57}" type="parTrans" cxnId="{6E2D2184-AF8D-4F73-9A7B-62E8D06F89AE}">
      <dgm:prSet/>
      <dgm:spPr/>
      <dgm:t>
        <a:bodyPr/>
        <a:lstStyle/>
        <a:p>
          <a:endParaRPr lang="es-ES"/>
        </a:p>
      </dgm:t>
    </dgm:pt>
    <dgm:pt modelId="{E3ADFC08-C7E4-4E60-836A-3EC6EE46EB13}" type="sibTrans" cxnId="{6E2D2184-AF8D-4F73-9A7B-62E8D06F89AE}">
      <dgm:prSet/>
      <dgm:spPr/>
      <dgm:t>
        <a:bodyPr/>
        <a:lstStyle/>
        <a:p>
          <a:endParaRPr lang="es-ES"/>
        </a:p>
      </dgm:t>
    </dgm:pt>
    <dgm:pt modelId="{BC166977-C42D-45EA-B671-861CF0C8F7FC}">
      <dgm:prSet custT="1"/>
      <dgm:spPr/>
      <dgm:t>
        <a:bodyPr/>
        <a:lstStyle/>
        <a:p>
          <a:endParaRPr lang="es-ES" sz="18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9C0A3B82-1A88-4037-B0F0-9408F1BC6B4B}" type="parTrans" cxnId="{69764EF2-629D-4B39-9567-A7DD356232D1}">
      <dgm:prSet/>
      <dgm:spPr/>
      <dgm:t>
        <a:bodyPr/>
        <a:lstStyle/>
        <a:p>
          <a:endParaRPr lang="es-ES"/>
        </a:p>
      </dgm:t>
    </dgm:pt>
    <dgm:pt modelId="{4CC3D26E-7D94-4329-9D38-20D7870E6EC9}" type="sibTrans" cxnId="{69764EF2-629D-4B39-9567-A7DD356232D1}">
      <dgm:prSet/>
      <dgm:spPr/>
      <dgm:t>
        <a:bodyPr/>
        <a:lstStyle/>
        <a:p>
          <a:endParaRPr lang="es-ES"/>
        </a:p>
      </dgm:t>
    </dgm:pt>
    <dgm:pt modelId="{B370A123-C3FC-4F97-9551-2AE57A59CBB8}" type="pres">
      <dgm:prSet presAssocID="{7EB6EFAD-E6AD-4F64-B257-8274A48E985E}" presName="Name0" presStyleCnt="0">
        <dgm:presLayoutVars>
          <dgm:dir/>
          <dgm:animLvl val="lvl"/>
          <dgm:resizeHandles val="exact"/>
        </dgm:presLayoutVars>
      </dgm:prSet>
      <dgm:spPr/>
    </dgm:pt>
    <dgm:pt modelId="{FF227A36-8789-41CD-B769-B6ACDD8C5F16}" type="pres">
      <dgm:prSet presAssocID="{02D188EA-0879-45FC-81A9-D5C969F67B86}" presName="compositeNode" presStyleCnt="0">
        <dgm:presLayoutVars>
          <dgm:bulletEnabled val="1"/>
        </dgm:presLayoutVars>
      </dgm:prSet>
      <dgm:spPr/>
    </dgm:pt>
    <dgm:pt modelId="{93D32DDC-7F3A-486C-BFE5-D62634DD707F}" type="pres">
      <dgm:prSet presAssocID="{02D188EA-0879-45FC-81A9-D5C969F67B86}" presName="bgRect" presStyleLbl="node1" presStyleIdx="0" presStyleCnt="3" custScaleY="123877"/>
      <dgm:spPr/>
    </dgm:pt>
    <dgm:pt modelId="{3F6A2CC9-EC23-46A0-A5AA-CCA45FDE27E8}" type="pres">
      <dgm:prSet presAssocID="{02D188EA-0879-45FC-81A9-D5C969F67B86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F55D7DD1-61EF-470C-9DA6-AE8348C39EB4}" type="pres">
      <dgm:prSet presAssocID="{02D188EA-0879-45FC-81A9-D5C969F67B86}" presName="childNode" presStyleLbl="node1" presStyleIdx="0" presStyleCnt="3">
        <dgm:presLayoutVars>
          <dgm:bulletEnabled val="1"/>
        </dgm:presLayoutVars>
      </dgm:prSet>
      <dgm:spPr/>
    </dgm:pt>
    <dgm:pt modelId="{29550F5F-009F-47C1-880D-5D7C1042248E}" type="pres">
      <dgm:prSet presAssocID="{5A5580E8-9EBF-431F-86EA-8485E981E612}" presName="hSp" presStyleCnt="0"/>
      <dgm:spPr/>
    </dgm:pt>
    <dgm:pt modelId="{CACB3FB5-9467-4A33-BEF9-7105AFB55E32}" type="pres">
      <dgm:prSet presAssocID="{5A5580E8-9EBF-431F-86EA-8485E981E612}" presName="vProcSp" presStyleCnt="0"/>
      <dgm:spPr/>
    </dgm:pt>
    <dgm:pt modelId="{C4AA3D2C-A10E-4DD7-83C6-9A43D526D846}" type="pres">
      <dgm:prSet presAssocID="{5A5580E8-9EBF-431F-86EA-8485E981E612}" presName="vSp1" presStyleCnt="0"/>
      <dgm:spPr/>
    </dgm:pt>
    <dgm:pt modelId="{6AD4A891-00DC-4888-A89D-F672FAE94AFF}" type="pres">
      <dgm:prSet presAssocID="{5A5580E8-9EBF-431F-86EA-8485E981E612}" presName="simulatedConn" presStyleLbl="solidFgAcc1" presStyleIdx="0" presStyleCnt="2"/>
      <dgm:spPr/>
    </dgm:pt>
    <dgm:pt modelId="{0E35D951-8F6A-4104-AC22-BDCCBD796B75}" type="pres">
      <dgm:prSet presAssocID="{5A5580E8-9EBF-431F-86EA-8485E981E612}" presName="vSp2" presStyleCnt="0"/>
      <dgm:spPr/>
    </dgm:pt>
    <dgm:pt modelId="{B4BAECD3-9747-4B5E-BEA1-9BD7120E25AF}" type="pres">
      <dgm:prSet presAssocID="{5A5580E8-9EBF-431F-86EA-8485E981E612}" presName="sibTrans" presStyleCnt="0"/>
      <dgm:spPr/>
    </dgm:pt>
    <dgm:pt modelId="{5DC681D2-3FDE-42E8-B94D-2B378A92C9CA}" type="pres">
      <dgm:prSet presAssocID="{268A617B-5625-47AE-AC59-E37E103654B2}" presName="compositeNode" presStyleCnt="0">
        <dgm:presLayoutVars>
          <dgm:bulletEnabled val="1"/>
        </dgm:presLayoutVars>
      </dgm:prSet>
      <dgm:spPr/>
    </dgm:pt>
    <dgm:pt modelId="{F81A9C8F-8592-4B56-86E9-00DA9F48C9EB}" type="pres">
      <dgm:prSet presAssocID="{268A617B-5625-47AE-AC59-E37E103654B2}" presName="bgRect" presStyleLbl="node1" presStyleIdx="1" presStyleCnt="3" custScaleY="123877"/>
      <dgm:spPr/>
    </dgm:pt>
    <dgm:pt modelId="{3ED9D0F5-56D7-4B62-85A3-DF580ACEDEAC}" type="pres">
      <dgm:prSet presAssocID="{268A617B-5625-47AE-AC59-E37E103654B2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F04389B2-9EF9-48E9-829B-F4B0AF305BB5}" type="pres">
      <dgm:prSet presAssocID="{268A617B-5625-47AE-AC59-E37E103654B2}" presName="childNode" presStyleLbl="node1" presStyleIdx="1" presStyleCnt="3">
        <dgm:presLayoutVars>
          <dgm:bulletEnabled val="1"/>
        </dgm:presLayoutVars>
      </dgm:prSet>
      <dgm:spPr/>
    </dgm:pt>
    <dgm:pt modelId="{32D3299B-B54D-47AF-9FA2-90E55E54E269}" type="pres">
      <dgm:prSet presAssocID="{C7A30E97-8570-45DA-A1F3-77A9F9485D8D}" presName="hSp" presStyleCnt="0"/>
      <dgm:spPr/>
    </dgm:pt>
    <dgm:pt modelId="{1D0FA08B-ADF3-42B3-868D-5B40EF45020F}" type="pres">
      <dgm:prSet presAssocID="{C7A30E97-8570-45DA-A1F3-77A9F9485D8D}" presName="vProcSp" presStyleCnt="0"/>
      <dgm:spPr/>
    </dgm:pt>
    <dgm:pt modelId="{FF027D18-A0D0-45B7-BE60-3275E307549F}" type="pres">
      <dgm:prSet presAssocID="{C7A30E97-8570-45DA-A1F3-77A9F9485D8D}" presName="vSp1" presStyleCnt="0"/>
      <dgm:spPr/>
    </dgm:pt>
    <dgm:pt modelId="{6F7F616B-ADC4-4A36-861A-186E4195F5B0}" type="pres">
      <dgm:prSet presAssocID="{C7A30E97-8570-45DA-A1F3-77A9F9485D8D}" presName="simulatedConn" presStyleLbl="solidFgAcc1" presStyleIdx="1" presStyleCnt="2"/>
      <dgm:spPr/>
    </dgm:pt>
    <dgm:pt modelId="{B6252231-E4F1-4276-AD0D-5166B20D7530}" type="pres">
      <dgm:prSet presAssocID="{C7A30E97-8570-45DA-A1F3-77A9F9485D8D}" presName="vSp2" presStyleCnt="0"/>
      <dgm:spPr/>
    </dgm:pt>
    <dgm:pt modelId="{923B8786-9046-4132-A8B0-69FE4DD5965A}" type="pres">
      <dgm:prSet presAssocID="{C7A30E97-8570-45DA-A1F3-77A9F9485D8D}" presName="sibTrans" presStyleCnt="0"/>
      <dgm:spPr/>
    </dgm:pt>
    <dgm:pt modelId="{DD4E38A6-B03D-4985-A5D2-0BF934A18230}" type="pres">
      <dgm:prSet presAssocID="{F1571B21-CC37-4F89-89B4-72F31849BB00}" presName="compositeNode" presStyleCnt="0">
        <dgm:presLayoutVars>
          <dgm:bulletEnabled val="1"/>
        </dgm:presLayoutVars>
      </dgm:prSet>
      <dgm:spPr/>
    </dgm:pt>
    <dgm:pt modelId="{AA6ECCA6-7DB6-455E-BD4B-3359BE8F14C3}" type="pres">
      <dgm:prSet presAssocID="{F1571B21-CC37-4F89-89B4-72F31849BB00}" presName="bgRect" presStyleLbl="node1" presStyleIdx="2" presStyleCnt="3" custScaleY="123877"/>
      <dgm:spPr/>
    </dgm:pt>
    <dgm:pt modelId="{0ADEE5A4-4321-4889-BF98-2020BCA34304}" type="pres">
      <dgm:prSet presAssocID="{F1571B21-CC37-4F89-89B4-72F31849BB00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234A7DB7-D83C-4A5F-B9B6-8CFA45DC702E}" type="pres">
      <dgm:prSet presAssocID="{F1571B21-CC37-4F89-89B4-72F31849BB00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9C75900-D7E7-4BD3-9234-CC66F96E8C67}" srcId="{7EB6EFAD-E6AD-4F64-B257-8274A48E985E}" destId="{268A617B-5625-47AE-AC59-E37E103654B2}" srcOrd="1" destOrd="0" parTransId="{BC5ADDF1-AA82-4300-AE08-A69B90803C86}" sibTransId="{C7A30E97-8570-45DA-A1F3-77A9F9485D8D}"/>
    <dgm:cxn modelId="{A3FB5D02-AC97-4DC5-8A10-BF9218E57CA3}" type="presOf" srcId="{F1571B21-CC37-4F89-89B4-72F31849BB00}" destId="{0ADEE5A4-4321-4889-BF98-2020BCA34304}" srcOrd="1" destOrd="0" presId="urn:microsoft.com/office/officeart/2005/8/layout/hProcess7"/>
    <dgm:cxn modelId="{BB0C6808-86BA-4078-84CC-CAC7437EF41E}" srcId="{268A617B-5625-47AE-AC59-E37E103654B2}" destId="{E7CDF6DD-C39D-440F-A4B0-BF0874A25621}" srcOrd="1" destOrd="0" parTransId="{2D074E17-15C6-4DE5-B388-FF628C117F02}" sibTransId="{72C39584-2E4B-46F1-957B-3B3C110AAEEE}"/>
    <dgm:cxn modelId="{EDE84811-4D6D-4307-8826-C7DA89A6EC29}" type="presOf" srcId="{B5026A59-B6AF-434B-AB2D-EE370A499B3C}" destId="{F55D7DD1-61EF-470C-9DA6-AE8348C39EB4}" srcOrd="0" destOrd="2" presId="urn:microsoft.com/office/officeart/2005/8/layout/hProcess7"/>
    <dgm:cxn modelId="{6F141522-EF5F-4768-96DF-7F823BED8AB2}" srcId="{F1571B21-CC37-4F89-89B4-72F31849BB00}" destId="{73E2CE53-6A8D-4966-B201-9259251D75D0}" srcOrd="6" destOrd="0" parTransId="{238A5D26-6FA6-4088-8A79-CEC9A069E497}" sibTransId="{C8D7581B-6003-4E9A-8455-D27FAEB0DBBB}"/>
    <dgm:cxn modelId="{2090C12B-0EB4-43DB-ADF9-B96DA6143F93}" type="presOf" srcId="{268A617B-5625-47AE-AC59-E37E103654B2}" destId="{F81A9C8F-8592-4B56-86E9-00DA9F48C9EB}" srcOrd="0" destOrd="0" presId="urn:microsoft.com/office/officeart/2005/8/layout/hProcess7"/>
    <dgm:cxn modelId="{CE84EE2C-8443-4B88-BD8E-8AC79F731A93}" type="presOf" srcId="{E7CDF6DD-C39D-440F-A4B0-BF0874A25621}" destId="{F04389B2-9EF9-48E9-829B-F4B0AF305BB5}" srcOrd="0" destOrd="1" presId="urn:microsoft.com/office/officeart/2005/8/layout/hProcess7"/>
    <dgm:cxn modelId="{66B2F731-A610-4B51-B616-566B6BE0AFBF}" srcId="{F1571B21-CC37-4F89-89B4-72F31849BB00}" destId="{03D59EEB-70AE-4310-B088-66F3DC130441}" srcOrd="7" destOrd="0" parTransId="{57D9F755-B89E-4009-8093-CBE06397A8C6}" sibTransId="{16D16E00-CA87-440C-87D4-97D25A229EFA}"/>
    <dgm:cxn modelId="{CD66F737-415A-40FC-8BE4-CB209E0898B0}" type="presOf" srcId="{02D188EA-0879-45FC-81A9-D5C969F67B86}" destId="{3F6A2CC9-EC23-46A0-A5AA-CCA45FDE27E8}" srcOrd="1" destOrd="0" presId="urn:microsoft.com/office/officeart/2005/8/layout/hProcess7"/>
    <dgm:cxn modelId="{857FA15D-2702-459E-8211-21AC2429C7B3}" type="presOf" srcId="{912DA7C3-2006-4F11-A8DD-2CFB1833DAA0}" destId="{F04389B2-9EF9-48E9-829B-F4B0AF305BB5}" srcOrd="0" destOrd="2" presId="urn:microsoft.com/office/officeart/2005/8/layout/hProcess7"/>
    <dgm:cxn modelId="{617A7D5F-A62A-4B2D-8E14-D576959EEC59}" type="presOf" srcId="{0836C195-477D-4B1B-ADBB-C1E036CFFB8A}" destId="{234A7DB7-D83C-4A5F-B9B6-8CFA45DC702E}" srcOrd="0" destOrd="3" presId="urn:microsoft.com/office/officeart/2005/8/layout/hProcess7"/>
    <dgm:cxn modelId="{3887E763-BF97-453C-A549-ECFB65F62B36}" type="presOf" srcId="{03D59EEB-70AE-4310-B088-66F3DC130441}" destId="{234A7DB7-D83C-4A5F-B9B6-8CFA45DC702E}" srcOrd="0" destOrd="7" presId="urn:microsoft.com/office/officeart/2005/8/layout/hProcess7"/>
    <dgm:cxn modelId="{B9968768-B46D-4F32-BD0C-8BA5A02F8B32}" type="presOf" srcId="{2501E2F5-3D8D-4EA1-914E-8FBE94FE729F}" destId="{F55D7DD1-61EF-470C-9DA6-AE8348C39EB4}" srcOrd="0" destOrd="3" presId="urn:microsoft.com/office/officeart/2005/8/layout/hProcess7"/>
    <dgm:cxn modelId="{3B1AD048-2329-40A7-A168-05A157016F47}" type="presOf" srcId="{73E2CE53-6A8D-4966-B201-9259251D75D0}" destId="{234A7DB7-D83C-4A5F-B9B6-8CFA45DC702E}" srcOrd="0" destOrd="6" presId="urn:microsoft.com/office/officeart/2005/8/layout/hProcess7"/>
    <dgm:cxn modelId="{3CC88A4A-F260-4779-8BA6-49A1D2002E6E}" srcId="{02D188EA-0879-45FC-81A9-D5C969F67B86}" destId="{A15AD425-B2C4-47FD-93C9-C2B1CE23A6A7}" srcOrd="4" destOrd="0" parTransId="{EAD580C2-7D1D-4B04-80B1-7DBB7CFCB09E}" sibTransId="{CBA4EDF9-3451-4DD9-9E90-777E98B9A1AE}"/>
    <dgm:cxn modelId="{DA3E006F-7F2B-4E54-9829-C631B7DE1FE6}" type="presOf" srcId="{D7D8E2F7-93B3-4ECA-B810-53FB0060CB99}" destId="{F55D7DD1-61EF-470C-9DA6-AE8348C39EB4}" srcOrd="0" destOrd="0" presId="urn:microsoft.com/office/officeart/2005/8/layout/hProcess7"/>
    <dgm:cxn modelId="{962BC650-D580-4556-9B00-25B5EEDE65CA}" type="presOf" srcId="{7EB6EFAD-E6AD-4F64-B257-8274A48E985E}" destId="{B370A123-C3FC-4F97-9551-2AE57A59CBB8}" srcOrd="0" destOrd="0" presId="urn:microsoft.com/office/officeart/2005/8/layout/hProcess7"/>
    <dgm:cxn modelId="{ECE35256-68CF-4B94-BD76-7CACFBAC2E55}" srcId="{F1571B21-CC37-4F89-89B4-72F31849BB00}" destId="{2999A086-01B4-41B7-9F3D-D47476EF52EA}" srcOrd="5" destOrd="0" parTransId="{8EEC1B69-3FCA-4ABE-BA33-A964B5D91156}" sibTransId="{47242841-04B9-4AD0-BA57-287EB8FA791E}"/>
    <dgm:cxn modelId="{BAC3AF77-5162-41A6-8A3A-CBC223B7C477}" srcId="{7EB6EFAD-E6AD-4F64-B257-8274A48E985E}" destId="{02D188EA-0879-45FC-81A9-D5C969F67B86}" srcOrd="0" destOrd="0" parTransId="{D9F5EFDF-77CA-43BB-87F2-938F8E667304}" sibTransId="{5A5580E8-9EBF-431F-86EA-8485E981E612}"/>
    <dgm:cxn modelId="{CE9A4F5A-37B7-42F0-BB20-7958C3BB186F}" type="presOf" srcId="{2999A086-01B4-41B7-9F3D-D47476EF52EA}" destId="{234A7DB7-D83C-4A5F-B9B6-8CFA45DC702E}" srcOrd="0" destOrd="5" presId="urn:microsoft.com/office/officeart/2005/8/layout/hProcess7"/>
    <dgm:cxn modelId="{6E2D2184-AF8D-4F73-9A7B-62E8D06F89AE}" srcId="{F1571B21-CC37-4F89-89B4-72F31849BB00}" destId="{0836C195-477D-4B1B-ADBB-C1E036CFFB8A}" srcOrd="3" destOrd="0" parTransId="{60B0403B-2B74-458D-BC37-4B6CE7BB7A57}" sibTransId="{E3ADFC08-C7E4-4E60-836A-3EC6EE46EB13}"/>
    <dgm:cxn modelId="{0A538585-4794-42F5-91FA-A323305069D2}" type="presOf" srcId="{9D70E879-F7CA-4031-BCBE-778CB44AD7E9}" destId="{F04389B2-9EF9-48E9-829B-F4B0AF305BB5}" srcOrd="0" destOrd="4" presId="urn:microsoft.com/office/officeart/2005/8/layout/hProcess7"/>
    <dgm:cxn modelId="{1707208A-2446-426A-8094-DCC44AD0ADF7}" type="presOf" srcId="{F1571B21-CC37-4F89-89B4-72F31849BB00}" destId="{AA6ECCA6-7DB6-455E-BD4B-3359BE8F14C3}" srcOrd="0" destOrd="0" presId="urn:microsoft.com/office/officeart/2005/8/layout/hProcess7"/>
    <dgm:cxn modelId="{1ED0EB8C-D15D-4E35-B0FD-77563E1CD5B2}" srcId="{268A617B-5625-47AE-AC59-E37E103654B2}" destId="{9D70E879-F7CA-4031-BCBE-778CB44AD7E9}" srcOrd="4" destOrd="0" parTransId="{00C2B9FE-95B1-42EA-8CA0-5D1B78B51677}" sibTransId="{C479743B-92AF-4F6E-BBA4-2C170B917B1B}"/>
    <dgm:cxn modelId="{9B5B5199-FEF8-4FBE-BEDB-3FAB25C493DD}" srcId="{02D188EA-0879-45FC-81A9-D5C969F67B86}" destId="{2501E2F5-3D8D-4EA1-914E-8FBE94FE729F}" srcOrd="3" destOrd="0" parTransId="{8AC9599F-D29F-46BA-8E6E-A8C48B320B3F}" sibTransId="{B47AC178-7ECE-4F0C-818A-D01A3C108B2A}"/>
    <dgm:cxn modelId="{E707619E-F542-45DF-86FB-041A6B1E1406}" type="presOf" srcId="{B458F56D-9F3D-4FEC-A7F9-A5600F64E6B1}" destId="{F04389B2-9EF9-48E9-829B-F4B0AF305BB5}" srcOrd="0" destOrd="0" presId="urn:microsoft.com/office/officeart/2005/8/layout/hProcess7"/>
    <dgm:cxn modelId="{1783D8A4-D180-4A45-BED2-785B8F1423ED}" type="presOf" srcId="{BC166977-C42D-45EA-B671-861CF0C8F7FC}" destId="{234A7DB7-D83C-4A5F-B9B6-8CFA45DC702E}" srcOrd="0" destOrd="4" presId="urn:microsoft.com/office/officeart/2005/8/layout/hProcess7"/>
    <dgm:cxn modelId="{F77216A9-BB42-4F3C-B2E1-9E0518C6155B}" type="presOf" srcId="{9AB5E336-DA6C-484C-996B-A6F390BB939E}" destId="{234A7DB7-D83C-4A5F-B9B6-8CFA45DC702E}" srcOrd="0" destOrd="0" presId="urn:microsoft.com/office/officeart/2005/8/layout/hProcess7"/>
    <dgm:cxn modelId="{4AA7DDB4-36A2-49A3-8C85-E420103B6D8B}" type="presOf" srcId="{268A617B-5625-47AE-AC59-E37E103654B2}" destId="{3ED9D0F5-56D7-4B62-85A3-DF580ACEDEAC}" srcOrd="1" destOrd="0" presId="urn:microsoft.com/office/officeart/2005/8/layout/hProcess7"/>
    <dgm:cxn modelId="{BC4AF4B7-D483-42F8-983F-19AEABF1BD8D}" srcId="{02D188EA-0879-45FC-81A9-D5C969F67B86}" destId="{B5026A59-B6AF-434B-AB2D-EE370A499B3C}" srcOrd="2" destOrd="0" parTransId="{6CD5A1DC-6ED5-4522-B155-111D61BE0C9F}" sibTransId="{E3A634E4-CC24-4D94-A6A7-60BBC330B653}"/>
    <dgm:cxn modelId="{51378ABC-77C6-4DE3-AB01-9A3DD91D5723}" srcId="{268A617B-5625-47AE-AC59-E37E103654B2}" destId="{912DA7C3-2006-4F11-A8DD-2CFB1833DAA0}" srcOrd="2" destOrd="0" parTransId="{112EB880-12CC-4C64-8E0A-3AAFA5925316}" sibTransId="{2ACD3717-38B6-47C2-A778-76EDA1703D94}"/>
    <dgm:cxn modelId="{3AE35CBD-D637-4E4B-826F-A69CEACF63A3}" srcId="{F1571B21-CC37-4F89-89B4-72F31849BB00}" destId="{A4F6C475-E2FC-4DFF-8449-2736E06B977F}" srcOrd="2" destOrd="0" parTransId="{C111BFBF-F263-4249-94CF-021E0CA069F0}" sibTransId="{B0CD1FEF-A660-4A93-85D2-EB2AE92F17D6}"/>
    <dgm:cxn modelId="{0D6DD5BD-F45F-4E6E-AE91-AC17100B172C}" type="presOf" srcId="{A15AD425-B2C4-47FD-93C9-C2B1CE23A6A7}" destId="{F55D7DD1-61EF-470C-9DA6-AE8348C39EB4}" srcOrd="0" destOrd="4" presId="urn:microsoft.com/office/officeart/2005/8/layout/hProcess7"/>
    <dgm:cxn modelId="{B488FABE-6F7F-4D66-A4CA-CB2D905FCDD1}" type="presOf" srcId="{02D188EA-0879-45FC-81A9-D5C969F67B86}" destId="{93D32DDC-7F3A-486C-BFE5-D62634DD707F}" srcOrd="0" destOrd="0" presId="urn:microsoft.com/office/officeart/2005/8/layout/hProcess7"/>
    <dgm:cxn modelId="{C6338BBF-D480-4CE3-BABE-055774A06742}" srcId="{F1571B21-CC37-4F89-89B4-72F31849BB00}" destId="{9AB5E336-DA6C-484C-996B-A6F390BB939E}" srcOrd="0" destOrd="0" parTransId="{7F7F1F11-5475-4BBF-ADD7-8B458F8CF1F9}" sibTransId="{63B76778-BB4A-4149-ACED-894662FB9A1C}"/>
    <dgm:cxn modelId="{BF672ACE-18B3-4D8F-AA40-D947BFF7545D}" srcId="{02D188EA-0879-45FC-81A9-D5C969F67B86}" destId="{A8D74D29-33DE-4D78-A09C-3BC3E1EC5C9C}" srcOrd="1" destOrd="0" parTransId="{EA3587D8-76A5-4E67-9FCF-1D730904F5AA}" sibTransId="{FA621869-0484-4D9A-8699-AFD8881FDA46}"/>
    <dgm:cxn modelId="{6FD145D1-3006-4099-B900-87B4215EA7AD}" srcId="{7EB6EFAD-E6AD-4F64-B257-8274A48E985E}" destId="{F1571B21-CC37-4F89-89B4-72F31849BB00}" srcOrd="2" destOrd="0" parTransId="{8D232A44-5F7F-49B7-8150-D830A31E78F2}" sibTransId="{38D8B6B4-C56A-4E84-8DCB-CD36629ED7E1}"/>
    <dgm:cxn modelId="{EF3E06D3-DB79-444F-8C52-5A7A1205D7DC}" type="presOf" srcId="{A4F6C475-E2FC-4DFF-8449-2736E06B977F}" destId="{234A7DB7-D83C-4A5F-B9B6-8CFA45DC702E}" srcOrd="0" destOrd="2" presId="urn:microsoft.com/office/officeart/2005/8/layout/hProcess7"/>
    <dgm:cxn modelId="{95D569D4-4432-43D6-9AEE-FAE05E755047}" type="presOf" srcId="{A8D74D29-33DE-4D78-A09C-3BC3E1EC5C9C}" destId="{F55D7DD1-61EF-470C-9DA6-AE8348C39EB4}" srcOrd="0" destOrd="1" presId="urn:microsoft.com/office/officeart/2005/8/layout/hProcess7"/>
    <dgm:cxn modelId="{EF5DA6D5-2861-48A3-9552-390B9A8EC1EA}" srcId="{02D188EA-0879-45FC-81A9-D5C969F67B86}" destId="{D7D8E2F7-93B3-4ECA-B810-53FB0060CB99}" srcOrd="0" destOrd="0" parTransId="{E89E5B75-3D5D-4274-A4E9-7726B35BD571}" sibTransId="{36F4CE25-2C9F-4DEE-B2E9-E8B1D065D2AC}"/>
    <dgm:cxn modelId="{F6B20DD8-B47D-4692-878E-E8E139993851}" srcId="{F1571B21-CC37-4F89-89B4-72F31849BB00}" destId="{4BF1B5A0-9800-4BC5-A729-202DD7798C99}" srcOrd="1" destOrd="0" parTransId="{F5ADBCBB-2407-4D95-95D0-B42C0931C4C1}" sibTransId="{F5EDA172-23C0-4A2A-9FB1-FD5EB07B91E5}"/>
    <dgm:cxn modelId="{64B8BDD9-9597-428E-AD28-A41533F72CC4}" type="presOf" srcId="{4BF1B5A0-9800-4BC5-A729-202DD7798C99}" destId="{234A7DB7-D83C-4A5F-B9B6-8CFA45DC702E}" srcOrd="0" destOrd="1" presId="urn:microsoft.com/office/officeart/2005/8/layout/hProcess7"/>
    <dgm:cxn modelId="{69764EF2-629D-4B39-9567-A7DD356232D1}" srcId="{F1571B21-CC37-4F89-89B4-72F31849BB00}" destId="{BC166977-C42D-45EA-B671-861CF0C8F7FC}" srcOrd="4" destOrd="0" parTransId="{9C0A3B82-1A88-4037-B0F0-9408F1BC6B4B}" sibTransId="{4CC3D26E-7D94-4329-9D38-20D7870E6EC9}"/>
    <dgm:cxn modelId="{7EFB69F7-029C-4574-BAA6-FC22967060B3}" srcId="{268A617B-5625-47AE-AC59-E37E103654B2}" destId="{B458F56D-9F3D-4FEC-A7F9-A5600F64E6B1}" srcOrd="0" destOrd="0" parTransId="{CA9BF403-97FC-4DE9-A14C-3E605399A169}" sibTransId="{94D725D4-830A-4713-B08E-803FA86F4B93}"/>
    <dgm:cxn modelId="{9FEF60F8-4BFA-4BBF-B516-587180367C14}" type="presOf" srcId="{B62BB251-A3E2-454C-A704-72515B0C9588}" destId="{F04389B2-9EF9-48E9-829B-F4B0AF305BB5}" srcOrd="0" destOrd="3" presId="urn:microsoft.com/office/officeart/2005/8/layout/hProcess7"/>
    <dgm:cxn modelId="{6AD19CF9-F68F-444D-AD65-08691FD660EB}" srcId="{268A617B-5625-47AE-AC59-E37E103654B2}" destId="{B62BB251-A3E2-454C-A704-72515B0C9588}" srcOrd="3" destOrd="0" parTransId="{7415C3DF-F6F0-4DAC-A548-7668E246479E}" sibTransId="{E9C2A0CD-E428-4F7F-8705-253F0956C4F7}"/>
    <dgm:cxn modelId="{587DF0AA-2E7F-4553-B705-A698A788B2A3}" type="presParOf" srcId="{B370A123-C3FC-4F97-9551-2AE57A59CBB8}" destId="{FF227A36-8789-41CD-B769-B6ACDD8C5F16}" srcOrd="0" destOrd="0" presId="urn:microsoft.com/office/officeart/2005/8/layout/hProcess7"/>
    <dgm:cxn modelId="{2A51F9BE-C136-4980-8A34-E134E5FA55B8}" type="presParOf" srcId="{FF227A36-8789-41CD-B769-B6ACDD8C5F16}" destId="{93D32DDC-7F3A-486C-BFE5-D62634DD707F}" srcOrd="0" destOrd="0" presId="urn:microsoft.com/office/officeart/2005/8/layout/hProcess7"/>
    <dgm:cxn modelId="{19B516B4-2BC6-4FA7-BAE9-6C8186D37EBD}" type="presParOf" srcId="{FF227A36-8789-41CD-B769-B6ACDD8C5F16}" destId="{3F6A2CC9-EC23-46A0-A5AA-CCA45FDE27E8}" srcOrd="1" destOrd="0" presId="urn:microsoft.com/office/officeart/2005/8/layout/hProcess7"/>
    <dgm:cxn modelId="{BB242391-11D8-49B5-AC08-38C0D5F1D8F0}" type="presParOf" srcId="{FF227A36-8789-41CD-B769-B6ACDD8C5F16}" destId="{F55D7DD1-61EF-470C-9DA6-AE8348C39EB4}" srcOrd="2" destOrd="0" presId="urn:microsoft.com/office/officeart/2005/8/layout/hProcess7"/>
    <dgm:cxn modelId="{E3765743-AA06-4E2A-97D8-FE81BADB1275}" type="presParOf" srcId="{B370A123-C3FC-4F97-9551-2AE57A59CBB8}" destId="{29550F5F-009F-47C1-880D-5D7C1042248E}" srcOrd="1" destOrd="0" presId="urn:microsoft.com/office/officeart/2005/8/layout/hProcess7"/>
    <dgm:cxn modelId="{D63F64D2-5136-4E29-8E39-3F804EAE3F78}" type="presParOf" srcId="{B370A123-C3FC-4F97-9551-2AE57A59CBB8}" destId="{CACB3FB5-9467-4A33-BEF9-7105AFB55E32}" srcOrd="2" destOrd="0" presId="urn:microsoft.com/office/officeart/2005/8/layout/hProcess7"/>
    <dgm:cxn modelId="{D27F5335-3DDF-477D-AC65-4D6AF0932DD2}" type="presParOf" srcId="{CACB3FB5-9467-4A33-BEF9-7105AFB55E32}" destId="{C4AA3D2C-A10E-4DD7-83C6-9A43D526D846}" srcOrd="0" destOrd="0" presId="urn:microsoft.com/office/officeart/2005/8/layout/hProcess7"/>
    <dgm:cxn modelId="{CC230917-23D5-4B11-9549-14CD4218A354}" type="presParOf" srcId="{CACB3FB5-9467-4A33-BEF9-7105AFB55E32}" destId="{6AD4A891-00DC-4888-A89D-F672FAE94AFF}" srcOrd="1" destOrd="0" presId="urn:microsoft.com/office/officeart/2005/8/layout/hProcess7"/>
    <dgm:cxn modelId="{4FBE0DEF-98CA-4D81-9C81-8683B3F78C1C}" type="presParOf" srcId="{CACB3FB5-9467-4A33-BEF9-7105AFB55E32}" destId="{0E35D951-8F6A-4104-AC22-BDCCBD796B75}" srcOrd="2" destOrd="0" presId="urn:microsoft.com/office/officeart/2005/8/layout/hProcess7"/>
    <dgm:cxn modelId="{2969DEE8-35D1-4731-9513-21DEC8A4F6E1}" type="presParOf" srcId="{B370A123-C3FC-4F97-9551-2AE57A59CBB8}" destId="{B4BAECD3-9747-4B5E-BEA1-9BD7120E25AF}" srcOrd="3" destOrd="0" presId="urn:microsoft.com/office/officeart/2005/8/layout/hProcess7"/>
    <dgm:cxn modelId="{78ED1CE8-3848-4A0F-82FB-47D00F0C966B}" type="presParOf" srcId="{B370A123-C3FC-4F97-9551-2AE57A59CBB8}" destId="{5DC681D2-3FDE-42E8-B94D-2B378A92C9CA}" srcOrd="4" destOrd="0" presId="urn:microsoft.com/office/officeart/2005/8/layout/hProcess7"/>
    <dgm:cxn modelId="{1B9DACC1-6039-403E-9F90-5E65D7CD96EF}" type="presParOf" srcId="{5DC681D2-3FDE-42E8-B94D-2B378A92C9CA}" destId="{F81A9C8F-8592-4B56-86E9-00DA9F48C9EB}" srcOrd="0" destOrd="0" presId="urn:microsoft.com/office/officeart/2005/8/layout/hProcess7"/>
    <dgm:cxn modelId="{A3D1A0E1-F1E1-43A2-8927-26B3016303B6}" type="presParOf" srcId="{5DC681D2-3FDE-42E8-B94D-2B378A92C9CA}" destId="{3ED9D0F5-56D7-4B62-85A3-DF580ACEDEAC}" srcOrd="1" destOrd="0" presId="urn:microsoft.com/office/officeart/2005/8/layout/hProcess7"/>
    <dgm:cxn modelId="{1A5C82DB-9368-4096-BECF-46330E3FF8F7}" type="presParOf" srcId="{5DC681D2-3FDE-42E8-B94D-2B378A92C9CA}" destId="{F04389B2-9EF9-48E9-829B-F4B0AF305BB5}" srcOrd="2" destOrd="0" presId="urn:microsoft.com/office/officeart/2005/8/layout/hProcess7"/>
    <dgm:cxn modelId="{16FEC1A0-2EA1-4144-A196-0C5E7B960693}" type="presParOf" srcId="{B370A123-C3FC-4F97-9551-2AE57A59CBB8}" destId="{32D3299B-B54D-47AF-9FA2-90E55E54E269}" srcOrd="5" destOrd="0" presId="urn:microsoft.com/office/officeart/2005/8/layout/hProcess7"/>
    <dgm:cxn modelId="{653BD537-AECD-450E-B1FB-2A711C98BB17}" type="presParOf" srcId="{B370A123-C3FC-4F97-9551-2AE57A59CBB8}" destId="{1D0FA08B-ADF3-42B3-868D-5B40EF45020F}" srcOrd="6" destOrd="0" presId="urn:microsoft.com/office/officeart/2005/8/layout/hProcess7"/>
    <dgm:cxn modelId="{CE95AA10-3056-4DCF-83F1-BCC18CBF924F}" type="presParOf" srcId="{1D0FA08B-ADF3-42B3-868D-5B40EF45020F}" destId="{FF027D18-A0D0-45B7-BE60-3275E307549F}" srcOrd="0" destOrd="0" presId="urn:microsoft.com/office/officeart/2005/8/layout/hProcess7"/>
    <dgm:cxn modelId="{D6F49DB4-30F1-4389-AA8F-C5293E42407D}" type="presParOf" srcId="{1D0FA08B-ADF3-42B3-868D-5B40EF45020F}" destId="{6F7F616B-ADC4-4A36-861A-186E4195F5B0}" srcOrd="1" destOrd="0" presId="urn:microsoft.com/office/officeart/2005/8/layout/hProcess7"/>
    <dgm:cxn modelId="{FE69756B-A749-465F-8402-2B9C98427D9E}" type="presParOf" srcId="{1D0FA08B-ADF3-42B3-868D-5B40EF45020F}" destId="{B6252231-E4F1-4276-AD0D-5166B20D7530}" srcOrd="2" destOrd="0" presId="urn:microsoft.com/office/officeart/2005/8/layout/hProcess7"/>
    <dgm:cxn modelId="{F6A5D420-B607-4C76-841F-5135EAA62316}" type="presParOf" srcId="{B370A123-C3FC-4F97-9551-2AE57A59CBB8}" destId="{923B8786-9046-4132-A8B0-69FE4DD5965A}" srcOrd="7" destOrd="0" presId="urn:microsoft.com/office/officeart/2005/8/layout/hProcess7"/>
    <dgm:cxn modelId="{D496E4EC-8FB4-4AF1-A05F-2D055A0BD902}" type="presParOf" srcId="{B370A123-C3FC-4F97-9551-2AE57A59CBB8}" destId="{DD4E38A6-B03D-4985-A5D2-0BF934A18230}" srcOrd="8" destOrd="0" presId="urn:microsoft.com/office/officeart/2005/8/layout/hProcess7"/>
    <dgm:cxn modelId="{97301A4F-163C-4B6A-8126-C10D46DDC934}" type="presParOf" srcId="{DD4E38A6-B03D-4985-A5D2-0BF934A18230}" destId="{AA6ECCA6-7DB6-455E-BD4B-3359BE8F14C3}" srcOrd="0" destOrd="0" presId="urn:microsoft.com/office/officeart/2005/8/layout/hProcess7"/>
    <dgm:cxn modelId="{2AAF8434-3BAC-4B7B-9E28-16CD1E441F18}" type="presParOf" srcId="{DD4E38A6-B03D-4985-A5D2-0BF934A18230}" destId="{0ADEE5A4-4321-4889-BF98-2020BCA34304}" srcOrd="1" destOrd="0" presId="urn:microsoft.com/office/officeart/2005/8/layout/hProcess7"/>
    <dgm:cxn modelId="{2AC5234C-0616-428D-A295-5EDDFD4073EC}" type="presParOf" srcId="{DD4E38A6-B03D-4985-A5D2-0BF934A18230}" destId="{234A7DB7-D83C-4A5F-B9B6-8CFA45DC702E}" srcOrd="2" destOrd="0" presId="urn:microsoft.com/office/officeart/2005/8/layout/hProcess7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32DDC-7F3A-486C-BFE5-D62634DD707F}">
      <dsp:nvSpPr>
        <dsp:cNvPr id="0" name=""/>
        <dsp:cNvSpPr/>
      </dsp:nvSpPr>
      <dsp:spPr>
        <a:xfrm>
          <a:off x="628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OBETIVO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-1377538" y="1884942"/>
        <a:ext cx="3297348" cy="541014"/>
      </dsp:txXfrm>
    </dsp:sp>
    <dsp:sp modelId="{F55D7DD1-61EF-470C-9DA6-AE8348C39EB4}">
      <dsp:nvSpPr>
        <dsp:cNvPr id="0" name=""/>
        <dsp:cNvSpPr/>
      </dsp:nvSpPr>
      <dsp:spPr>
        <a:xfrm>
          <a:off x="541643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Mantener lo conseguido con las anteriores “S” haciendo las 5S como una forma cultural de trabajar.</a:t>
          </a:r>
          <a:endParaRPr lang="es-ES" sz="1600" kern="1200" dirty="0">
            <a:solidFill>
              <a:schemeClr val="tx1"/>
            </a:solidFill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541643" y="506775"/>
        <a:ext cx="2015280" cy="4021157"/>
      </dsp:txXfrm>
    </dsp:sp>
    <dsp:sp modelId="{F81A9C8F-8592-4B56-86E9-00DA9F48C9EB}">
      <dsp:nvSpPr>
        <dsp:cNvPr id="0" name=""/>
        <dsp:cNvSpPr/>
      </dsp:nvSpPr>
      <dsp:spPr>
        <a:xfrm>
          <a:off x="2800380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CONCEPTO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1422212" y="1884942"/>
        <a:ext cx="3297348" cy="541014"/>
      </dsp:txXfrm>
    </dsp:sp>
    <dsp:sp modelId="{6AD4A891-00DC-4888-A89D-F672FAE94AFF}">
      <dsp:nvSpPr>
        <dsp:cNvPr id="0" name=""/>
        <dsp:cNvSpPr/>
      </dsp:nvSpPr>
      <dsp:spPr>
        <a:xfrm rot="5400000">
          <a:off x="2575513" y="3085137"/>
          <a:ext cx="476784" cy="40576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389B2-9EF9-48E9-829B-F4B0AF305BB5}">
      <dsp:nvSpPr>
        <dsp:cNvPr id="0" name=""/>
        <dsp:cNvSpPr/>
      </dsp:nvSpPr>
      <dsp:spPr>
        <a:xfrm>
          <a:off x="3341394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Evitar que se rompan los procedimientos ya establecidos. Solo si se implanta la disciplina y el cumplimiento de las normas y procedimientos adoptados se podrá disfrutar de los beneficios que ellos brindan.</a:t>
          </a:r>
          <a:endParaRPr lang="es-ES" sz="1600" kern="1200" dirty="0">
            <a:solidFill>
              <a:schemeClr val="tx1"/>
            </a:solidFill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3341394" y="506775"/>
        <a:ext cx="2015280" cy="4021157"/>
      </dsp:txXfrm>
    </dsp:sp>
    <dsp:sp modelId="{AA6ECCA6-7DB6-455E-BD4B-3359BE8F14C3}">
      <dsp:nvSpPr>
        <dsp:cNvPr id="0" name=""/>
        <dsp:cNvSpPr/>
      </dsp:nvSpPr>
      <dsp:spPr>
        <a:xfrm>
          <a:off x="5600131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PASOS A SEGUIR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4221964" y="1884942"/>
        <a:ext cx="3297348" cy="541014"/>
      </dsp:txXfrm>
    </dsp:sp>
    <dsp:sp modelId="{6F7F616B-ADC4-4A36-861A-186E4195F5B0}">
      <dsp:nvSpPr>
        <dsp:cNvPr id="0" name=""/>
        <dsp:cNvSpPr/>
      </dsp:nvSpPr>
      <dsp:spPr>
        <a:xfrm rot="5400000">
          <a:off x="5375264" y="3085137"/>
          <a:ext cx="476784" cy="40576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A7DB7-D83C-4A5F-B9B6-8CFA45DC702E}">
      <dsp:nvSpPr>
        <dsp:cNvPr id="0" name=""/>
        <dsp:cNvSpPr/>
      </dsp:nvSpPr>
      <dsp:spPr>
        <a:xfrm>
          <a:off x="6141146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1.Hacer visibles los resultados de las 5 </a:t>
          </a:r>
          <a:r>
            <a:rPr lang="es-ES" sz="1600" kern="1200" dirty="0" err="1">
              <a:solidFill>
                <a:schemeClr val="tx1"/>
              </a:solidFill>
              <a:latin typeface="Calibri" panose="020F0502020204030204" pitchFamily="34" charset="0"/>
            </a:rPr>
            <a:t>S´s</a:t>
          </a: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.</a:t>
          </a:r>
          <a:endParaRPr lang="es-ES" sz="1600" kern="1200" dirty="0">
            <a:solidFill>
              <a:schemeClr val="tx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2.Provocar la crítica constructiva con otras áreas y hasta empresas.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3.Promover las 5 S´smediante esquemas promocionales.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chemeClr val="tx1"/>
              </a:solidFill>
              <a:latin typeface="Calibri" panose="020F0502020204030204" pitchFamily="34" charset="0"/>
            </a:rPr>
            <a:t>4.Provocar la participación de todos en la generación de ideas en 5 S´s.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6141146" y="506775"/>
        <a:ext cx="2015280" cy="4021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53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r">
              <a:defRPr sz="800"/>
            </a:lvl1pPr>
          </a:lstStyle>
          <a:p>
            <a:fld id="{F2DC4ACA-FBCA-40CB-8F08-0EEFA2B0FA4B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697038" y="1239838"/>
            <a:ext cx="34036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2975" tIns="31487" rIns="62975" bIns="31487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42" y="4777256"/>
            <a:ext cx="5438792" cy="3908964"/>
          </a:xfrm>
          <a:prstGeom prst="rect">
            <a:avLst/>
          </a:prstGeom>
        </p:spPr>
        <p:txBody>
          <a:bodyPr vert="horz" lIns="62975" tIns="31487" rIns="62975" bIns="31487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53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r">
              <a:defRPr sz="800"/>
            </a:lvl1pPr>
          </a:lstStyle>
          <a:p>
            <a:fld id="{1B33A821-379D-4C65-ACAC-B55EE54F506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96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97103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44169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358270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93596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652715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6550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33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565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2570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306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393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2843"/>
            <a:ext cx="7772400" cy="313317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726844"/>
            <a:ext cx="6858000" cy="217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1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5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43640"/>
            <a:ext cx="7886700" cy="374355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022619"/>
            <a:ext cx="7886700" cy="19686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908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7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9149"/>
            <a:ext cx="7886700" cy="173949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2206142"/>
            <a:ext cx="3868340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3287331"/>
            <a:ext cx="3868340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5" y="2206142"/>
            <a:ext cx="3887391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5" y="3287331"/>
            <a:ext cx="3887391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39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42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9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295775"/>
            <a:ext cx="4629150" cy="63955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09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95775"/>
            <a:ext cx="4629150" cy="639550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70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09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79139"/>
            <a:ext cx="1971675" cy="76266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4" y="479139"/>
            <a:ext cx="5800725" cy="762669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79149"/>
            <a:ext cx="7886700" cy="1739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395714"/>
            <a:ext cx="7886700" cy="571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341250"/>
            <a:ext cx="30861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43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sv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5419527F-751A-4DA1-A7C7-6E0E7FBB8461}"/>
              </a:ext>
            </a:extLst>
          </p:cNvPr>
          <p:cNvGrpSpPr>
            <a:grpSpLocks noChangeAspect="1"/>
          </p:cNvGrpSpPr>
          <p:nvPr/>
        </p:nvGrpSpPr>
        <p:grpSpPr>
          <a:xfrm>
            <a:off x="1918429" y="1580015"/>
            <a:ext cx="5458144" cy="5966476"/>
            <a:chOff x="3551507" y="1122297"/>
            <a:chExt cx="3414218" cy="3732186"/>
          </a:xfrm>
        </p:grpSpPr>
        <p:grpSp>
          <p:nvGrpSpPr>
            <p:cNvPr id="181" name="Grupo 180">
              <a:extLst>
                <a:ext uri="{FF2B5EF4-FFF2-40B4-BE49-F238E27FC236}">
                  <a16:creationId xmlns:a16="http://schemas.microsoft.com/office/drawing/2014/main" id="{7ADFA269-7047-41B9-B982-BB79A9440D34}"/>
                </a:ext>
              </a:extLst>
            </p:cNvPr>
            <p:cNvGrpSpPr/>
            <p:nvPr/>
          </p:nvGrpSpPr>
          <p:grpSpPr>
            <a:xfrm>
              <a:off x="4076464" y="1907808"/>
              <a:ext cx="2307001" cy="2385711"/>
              <a:chOff x="4085989" y="2003058"/>
              <a:chExt cx="2307001" cy="2385711"/>
            </a:xfrm>
          </p:grpSpPr>
          <p:grpSp>
            <p:nvGrpSpPr>
              <p:cNvPr id="180" name="Grupo 179">
                <a:extLst>
                  <a:ext uri="{FF2B5EF4-FFF2-40B4-BE49-F238E27FC236}">
                    <a16:creationId xmlns:a16="http://schemas.microsoft.com/office/drawing/2014/main" id="{9C391096-616C-4742-911B-4461CD8B7C9C}"/>
                  </a:ext>
                </a:extLst>
              </p:cNvPr>
              <p:cNvGrpSpPr/>
              <p:nvPr/>
            </p:nvGrpSpPr>
            <p:grpSpPr>
              <a:xfrm rot="4317689">
                <a:off x="3827256" y="2814601"/>
                <a:ext cx="1693766" cy="1176299"/>
                <a:chOff x="3372049" y="3133790"/>
                <a:chExt cx="1706744" cy="1176299"/>
              </a:xfrm>
            </p:grpSpPr>
            <p:sp>
              <p:nvSpPr>
                <p:cNvPr id="83" name="Triángulo isósceles 82">
                  <a:extLst>
                    <a:ext uri="{FF2B5EF4-FFF2-40B4-BE49-F238E27FC236}">
                      <a16:creationId xmlns:a16="http://schemas.microsoft.com/office/drawing/2014/main" id="{1BD4EB69-6B49-4797-8967-8A7EF72CB4F1}"/>
                    </a:ext>
                  </a:extLst>
                </p:cNvPr>
                <p:cNvSpPr/>
                <p:nvPr/>
              </p:nvSpPr>
              <p:spPr>
                <a:xfrm>
                  <a:off x="3372049" y="3133790"/>
                  <a:ext cx="1706744" cy="1176299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" name="Elipse 83">
                  <a:extLst>
                    <a:ext uri="{FF2B5EF4-FFF2-40B4-BE49-F238E27FC236}">
                      <a16:creationId xmlns:a16="http://schemas.microsoft.com/office/drawing/2014/main" id="{B363FFC9-33DC-4BAA-AED1-23373F03EDCD}"/>
                    </a:ext>
                  </a:extLst>
                </p:cNvPr>
                <p:cNvSpPr/>
                <p:nvPr/>
              </p:nvSpPr>
              <p:spPr>
                <a:xfrm rot="17282311">
                  <a:off x="3953031" y="3686218"/>
                  <a:ext cx="538227" cy="538179"/>
                </a:xfrm>
                <a:prstGeom prst="ellipse">
                  <a:avLst/>
                </a:prstGeom>
                <a:solidFill>
                  <a:srgbClr val="FF3399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800" dirty="0"/>
                    <a:t>4</a:t>
                  </a:r>
                </a:p>
              </p:txBody>
            </p:sp>
          </p:grpSp>
          <p:grpSp>
            <p:nvGrpSpPr>
              <p:cNvPr id="179" name="Grupo 178">
                <a:extLst>
                  <a:ext uri="{FF2B5EF4-FFF2-40B4-BE49-F238E27FC236}">
                    <a16:creationId xmlns:a16="http://schemas.microsoft.com/office/drawing/2014/main" id="{273057E9-75B2-48A8-9770-95C93C984DAE}"/>
                  </a:ext>
                </a:extLst>
              </p:cNvPr>
              <p:cNvGrpSpPr/>
              <p:nvPr/>
            </p:nvGrpSpPr>
            <p:grpSpPr>
              <a:xfrm>
                <a:off x="4376738" y="2544923"/>
                <a:ext cx="2016252" cy="1843846"/>
                <a:chOff x="4371976" y="2540335"/>
                <a:chExt cx="2016252" cy="1843846"/>
              </a:xfrm>
            </p:grpSpPr>
            <p:grpSp>
              <p:nvGrpSpPr>
                <p:cNvPr id="178" name="Grupo 177">
                  <a:extLst>
                    <a:ext uri="{FF2B5EF4-FFF2-40B4-BE49-F238E27FC236}">
                      <a16:creationId xmlns:a16="http://schemas.microsoft.com/office/drawing/2014/main" id="{1A5843F7-CE7F-4682-8F91-D1CA80A3FB68}"/>
                    </a:ext>
                  </a:extLst>
                </p:cNvPr>
                <p:cNvGrpSpPr/>
                <p:nvPr/>
              </p:nvGrpSpPr>
              <p:grpSpPr>
                <a:xfrm>
                  <a:off x="4371976" y="3207882"/>
                  <a:ext cx="1723344" cy="1176299"/>
                  <a:chOff x="4372027" y="3200577"/>
                  <a:chExt cx="1715872" cy="1189322"/>
                </a:xfrm>
              </p:grpSpPr>
              <p:sp>
                <p:nvSpPr>
                  <p:cNvPr id="177" name="Triángulo isósceles 176">
                    <a:extLst>
                      <a:ext uri="{FF2B5EF4-FFF2-40B4-BE49-F238E27FC236}">
                        <a16:creationId xmlns:a16="http://schemas.microsoft.com/office/drawing/2014/main" id="{2B454FAA-A6AB-43F2-862D-8BB2CD09C356}"/>
                      </a:ext>
                    </a:extLst>
                  </p:cNvPr>
                  <p:cNvSpPr/>
                  <p:nvPr/>
                </p:nvSpPr>
                <p:spPr>
                  <a:xfrm>
                    <a:off x="4372027" y="3200577"/>
                    <a:ext cx="1715872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5" name="Elipse 54">
                    <a:extLst>
                      <a:ext uri="{FF2B5EF4-FFF2-40B4-BE49-F238E27FC236}">
                        <a16:creationId xmlns:a16="http://schemas.microsoft.com/office/drawing/2014/main" id="{427DD135-08C3-4F1B-A525-52901046F755}"/>
                      </a:ext>
                    </a:extLst>
                  </p:cNvPr>
                  <p:cNvSpPr/>
                  <p:nvPr/>
                </p:nvSpPr>
                <p:spPr>
                  <a:xfrm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3</a:t>
                    </a:r>
                  </a:p>
                </p:txBody>
              </p:sp>
            </p:grpSp>
            <p:grpSp>
              <p:nvGrpSpPr>
                <p:cNvPr id="60" name="Grupo 59">
                  <a:extLst>
                    <a:ext uri="{FF2B5EF4-FFF2-40B4-BE49-F238E27FC236}">
                      <a16:creationId xmlns:a16="http://schemas.microsoft.com/office/drawing/2014/main" id="{3E7A9A44-56BD-4C25-BD62-3E58EF80908D}"/>
                    </a:ext>
                  </a:extLst>
                </p:cNvPr>
                <p:cNvGrpSpPr/>
                <p:nvPr/>
              </p:nvGrpSpPr>
              <p:grpSpPr>
                <a:xfrm rot="17263141">
                  <a:off x="4948532" y="2812117"/>
                  <a:ext cx="1711477" cy="1167914"/>
                  <a:chOff x="4391020" y="3221266"/>
                  <a:chExt cx="1704056" cy="1180844"/>
                </a:xfrm>
              </p:grpSpPr>
              <p:sp>
                <p:nvSpPr>
                  <p:cNvPr id="61" name="Triángulo isósceles 60">
                    <a:extLst>
                      <a:ext uri="{FF2B5EF4-FFF2-40B4-BE49-F238E27FC236}">
                        <a16:creationId xmlns:a16="http://schemas.microsoft.com/office/drawing/2014/main" id="{9E019693-B075-40DC-BBEF-241C842EA9E4}"/>
                      </a:ext>
                    </a:extLst>
                  </p:cNvPr>
                  <p:cNvSpPr/>
                  <p:nvPr/>
                </p:nvSpPr>
                <p:spPr>
                  <a:xfrm>
                    <a:off x="4391020" y="3221266"/>
                    <a:ext cx="1704056" cy="1180844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2" name="Elipse 61">
                    <a:extLst>
                      <a:ext uri="{FF2B5EF4-FFF2-40B4-BE49-F238E27FC236}">
                        <a16:creationId xmlns:a16="http://schemas.microsoft.com/office/drawing/2014/main" id="{18B64407-5BD4-49B3-A4E9-43164526B952}"/>
                      </a:ext>
                    </a:extLst>
                  </p:cNvPr>
                  <p:cNvSpPr/>
                  <p:nvPr/>
                </p:nvSpPr>
                <p:spPr>
                  <a:xfrm rot="4336859">
                    <a:off x="4959307" y="3769884"/>
                    <a:ext cx="548356" cy="531771"/>
                  </a:xfrm>
                  <a:prstGeom prst="ellipse">
                    <a:avLst/>
                  </a:prstGeom>
                  <a:solidFill>
                    <a:schemeClr val="accent5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2</a:t>
                    </a:r>
                  </a:p>
                </p:txBody>
              </p:sp>
            </p:grpSp>
          </p:grpSp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C94BABAB-F43F-4F2C-9FD7-B74236964A9B}"/>
                  </a:ext>
                </a:extLst>
              </p:cNvPr>
              <p:cNvGrpSpPr/>
              <p:nvPr/>
            </p:nvGrpSpPr>
            <p:grpSpPr>
              <a:xfrm rot="12958865">
                <a:off x="4268758" y="2003058"/>
                <a:ext cx="1999048" cy="1851382"/>
                <a:chOff x="4381015" y="2543234"/>
                <a:chExt cx="1999048" cy="1851382"/>
              </a:xfrm>
            </p:grpSpPr>
            <p:grpSp>
              <p:nvGrpSpPr>
                <p:cNvPr id="74" name="Grupo 73">
                  <a:extLst>
                    <a:ext uri="{FF2B5EF4-FFF2-40B4-BE49-F238E27FC236}">
                      <a16:creationId xmlns:a16="http://schemas.microsoft.com/office/drawing/2014/main" id="{43748CAE-DE2C-478F-A5B9-A8117B3B08DB}"/>
                    </a:ext>
                  </a:extLst>
                </p:cNvPr>
                <p:cNvGrpSpPr/>
                <p:nvPr/>
              </p:nvGrpSpPr>
              <p:grpSpPr>
                <a:xfrm>
                  <a:off x="4381015" y="3218317"/>
                  <a:ext cx="1706744" cy="1176299"/>
                  <a:chOff x="4381027" y="3211128"/>
                  <a:chExt cx="1699344" cy="1189322"/>
                </a:xfrm>
              </p:grpSpPr>
              <p:sp>
                <p:nvSpPr>
                  <p:cNvPr id="78" name="Triángulo isósceles 77">
                    <a:extLst>
                      <a:ext uri="{FF2B5EF4-FFF2-40B4-BE49-F238E27FC236}">
                        <a16:creationId xmlns:a16="http://schemas.microsoft.com/office/drawing/2014/main" id="{BA81E658-3A24-4184-B78D-96E819E072C6}"/>
                      </a:ext>
                    </a:extLst>
                  </p:cNvPr>
                  <p:cNvSpPr/>
                  <p:nvPr/>
                </p:nvSpPr>
                <p:spPr>
                  <a:xfrm>
                    <a:off x="4381027" y="3211128"/>
                    <a:ext cx="1699344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9" name="Elipse 78">
                    <a:extLst>
                      <a:ext uri="{FF2B5EF4-FFF2-40B4-BE49-F238E27FC236}">
                        <a16:creationId xmlns:a16="http://schemas.microsoft.com/office/drawing/2014/main" id="{BCBE372E-4A68-493B-84E3-BC64406E2AC7}"/>
                      </a:ext>
                    </a:extLst>
                  </p:cNvPr>
                  <p:cNvSpPr/>
                  <p:nvPr/>
                </p:nvSpPr>
                <p:spPr>
                  <a:xfrm rot="8641135">
                    <a:off x="4963486" y="3765769"/>
                    <a:ext cx="540000" cy="5400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1</a:t>
                    </a:r>
                  </a:p>
                </p:txBody>
              </p:sp>
            </p:grpSp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A260E830-772F-4CEF-9AA7-175E5C0564F4}"/>
                    </a:ext>
                  </a:extLst>
                </p:cNvPr>
                <p:cNvGrpSpPr/>
                <p:nvPr/>
              </p:nvGrpSpPr>
              <p:grpSpPr>
                <a:xfrm rot="17263141">
                  <a:off x="4936804" y="2811453"/>
                  <a:ext cx="1711477" cy="1175040"/>
                  <a:chOff x="4384717" y="3207262"/>
                  <a:chExt cx="1704056" cy="1188049"/>
                </a:xfrm>
              </p:grpSpPr>
              <p:sp>
                <p:nvSpPr>
                  <p:cNvPr id="76" name="Triángulo isósceles 75">
                    <a:extLst>
                      <a:ext uri="{FF2B5EF4-FFF2-40B4-BE49-F238E27FC236}">
                        <a16:creationId xmlns:a16="http://schemas.microsoft.com/office/drawing/2014/main" id="{D406979F-5934-48DA-9F09-BB9E0FAA4B89}"/>
                      </a:ext>
                    </a:extLst>
                  </p:cNvPr>
                  <p:cNvSpPr/>
                  <p:nvPr/>
                </p:nvSpPr>
                <p:spPr>
                  <a:xfrm>
                    <a:off x="4384717" y="3207262"/>
                    <a:ext cx="1704056" cy="1188049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7" name="Elipse 76">
                    <a:extLst>
                      <a:ext uri="{FF2B5EF4-FFF2-40B4-BE49-F238E27FC236}">
                        <a16:creationId xmlns:a16="http://schemas.microsoft.com/office/drawing/2014/main" id="{E478D240-9A0E-4679-83E1-E0C7B6D2BECC}"/>
                      </a:ext>
                    </a:extLst>
                  </p:cNvPr>
                  <p:cNvSpPr/>
                  <p:nvPr/>
                </p:nvSpPr>
                <p:spPr>
                  <a:xfrm rot="12977994"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5</a:t>
                    </a:r>
                  </a:p>
                </p:txBody>
              </p:sp>
            </p:grpSp>
          </p:grpSp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F9043ECF-1CB0-4CBD-A2F9-2543DA3C4DBE}"/>
                  </a:ext>
                </a:extLst>
              </p:cNvPr>
              <p:cNvSpPr/>
              <p:nvPr/>
            </p:nvSpPr>
            <p:spPr>
              <a:xfrm>
                <a:off x="4774837" y="2740716"/>
                <a:ext cx="936000" cy="936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6600" b="1" dirty="0"/>
                  <a:t>5S</a:t>
                </a:r>
              </a:p>
            </p:txBody>
          </p:sp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E33ACCA7-13CB-4EAE-B3DE-990E0A40ABCD}"/>
                </a:ext>
              </a:extLst>
            </p:cNvPr>
            <p:cNvGrpSpPr/>
            <p:nvPr/>
          </p:nvGrpSpPr>
          <p:grpSpPr>
            <a:xfrm>
              <a:off x="5245436" y="1627371"/>
              <a:ext cx="1720289" cy="958877"/>
              <a:chOff x="5245436" y="1627371"/>
              <a:chExt cx="1720289" cy="958877"/>
            </a:xfrm>
          </p:grpSpPr>
          <p:grpSp>
            <p:nvGrpSpPr>
              <p:cNvPr id="187" name="Grupo 186">
                <a:extLst>
                  <a:ext uri="{FF2B5EF4-FFF2-40B4-BE49-F238E27FC236}">
                    <a16:creationId xmlns:a16="http://schemas.microsoft.com/office/drawing/2014/main" id="{4D43437D-761B-4F92-9A9B-F48CE74E09D3}"/>
                  </a:ext>
                </a:extLst>
              </p:cNvPr>
              <p:cNvGrpSpPr/>
              <p:nvPr/>
            </p:nvGrpSpPr>
            <p:grpSpPr>
              <a:xfrm>
                <a:off x="5245436" y="1627371"/>
                <a:ext cx="1445845" cy="958877"/>
                <a:chOff x="5257971" y="1613559"/>
                <a:chExt cx="1445845" cy="958877"/>
              </a:xfrm>
            </p:grpSpPr>
            <p:sp>
              <p:nvSpPr>
                <p:cNvPr id="101" name="Rectángulo 100">
                  <a:extLst>
                    <a:ext uri="{FF2B5EF4-FFF2-40B4-BE49-F238E27FC236}">
                      <a16:creationId xmlns:a16="http://schemas.microsoft.com/office/drawing/2014/main" id="{9B594084-646C-4552-8B4A-1346E51C198D}"/>
                    </a:ext>
                  </a:extLst>
                </p:cNvPr>
                <p:cNvSpPr/>
                <p:nvPr/>
              </p:nvSpPr>
              <p:spPr>
                <a:xfrm rot="2169494">
                  <a:off x="6358216" y="2415274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86" name="Grupo 185">
                  <a:extLst>
                    <a:ext uri="{FF2B5EF4-FFF2-40B4-BE49-F238E27FC236}">
                      <a16:creationId xmlns:a16="http://schemas.microsoft.com/office/drawing/2014/main" id="{3CDD9AF5-97D5-45A6-864D-A04D058B8AB0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72639" cy="758925"/>
                  <a:chOff x="5257971" y="1613559"/>
                  <a:chExt cx="1172639" cy="758925"/>
                </a:xfrm>
              </p:grpSpPr>
              <p:grpSp>
                <p:nvGrpSpPr>
                  <p:cNvPr id="184" name="Grupo 183">
                    <a:extLst>
                      <a:ext uri="{FF2B5EF4-FFF2-40B4-BE49-F238E27FC236}">
                        <a16:creationId xmlns:a16="http://schemas.microsoft.com/office/drawing/2014/main" id="{3EC6E8CC-C0FA-47B6-B626-C161A99F533B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183" name="Rectángulo 182">
                      <a:extLst>
                        <a:ext uri="{FF2B5EF4-FFF2-40B4-BE49-F238E27FC236}">
                          <a16:creationId xmlns:a16="http://schemas.microsoft.com/office/drawing/2014/main" id="{2E23A034-1082-493B-990E-E21457A2ADC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95" name="Rectángulo 94">
                      <a:extLst>
                        <a:ext uri="{FF2B5EF4-FFF2-40B4-BE49-F238E27FC236}">
                          <a16:creationId xmlns:a16="http://schemas.microsoft.com/office/drawing/2014/main" id="{AB00AD9C-780D-4245-84E2-BCD41E5F6991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02" name="Grupo 101">
                    <a:extLst>
                      <a:ext uri="{FF2B5EF4-FFF2-40B4-BE49-F238E27FC236}">
                        <a16:creationId xmlns:a16="http://schemas.microsoft.com/office/drawing/2014/main" id="{F8F04F3A-B929-4468-A339-521DBD33AA86}"/>
                      </a:ext>
                    </a:extLst>
                  </p:cNvPr>
                  <p:cNvGrpSpPr/>
                  <p:nvPr/>
                </p:nvGrpSpPr>
                <p:grpSpPr>
                  <a:xfrm>
                    <a:off x="5811050" y="2015371"/>
                    <a:ext cx="619560" cy="357113"/>
                    <a:chOff x="5257971" y="1608796"/>
                    <a:chExt cx="619560" cy="357113"/>
                  </a:xfrm>
                </p:grpSpPr>
                <p:sp>
                  <p:nvSpPr>
                    <p:cNvPr id="103" name="Rectángulo 102">
                      <a:extLst>
                        <a:ext uri="{FF2B5EF4-FFF2-40B4-BE49-F238E27FC236}">
                          <a16:creationId xmlns:a16="http://schemas.microsoft.com/office/drawing/2014/main" id="{83AF5EA2-CFC6-4A76-933F-8287FBF9EE8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0879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04" name="Rectángulo 103">
                      <a:extLst>
                        <a:ext uri="{FF2B5EF4-FFF2-40B4-BE49-F238E27FC236}">
                          <a16:creationId xmlns:a16="http://schemas.microsoft.com/office/drawing/2014/main" id="{71A3DA4A-7B69-445F-AAB4-C015998F201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08747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91" name="Flecha: pentágono 190">
                <a:extLst>
                  <a:ext uri="{FF2B5EF4-FFF2-40B4-BE49-F238E27FC236}">
                    <a16:creationId xmlns:a16="http://schemas.microsoft.com/office/drawing/2014/main" id="{494E1533-AB2F-4973-89E9-6EC9C1E655F1}"/>
                  </a:ext>
                </a:extLst>
              </p:cNvPr>
              <p:cNvSpPr/>
              <p:nvPr/>
            </p:nvSpPr>
            <p:spPr>
              <a:xfrm rot="18359333">
                <a:off x="5975581" y="1064741"/>
                <a:ext cx="276225" cy="1704063"/>
              </a:xfrm>
              <a:prstGeom prst="homePlate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REVISAR</a:t>
                </a:r>
              </a:p>
            </p:txBody>
          </p:sp>
        </p:grpSp>
        <p:grpSp>
          <p:nvGrpSpPr>
            <p:cNvPr id="146" name="Grupo 145">
              <a:extLst>
                <a:ext uri="{FF2B5EF4-FFF2-40B4-BE49-F238E27FC236}">
                  <a16:creationId xmlns:a16="http://schemas.microsoft.com/office/drawing/2014/main" id="{8D405F34-D589-4966-9C4A-22CDC4B24567}"/>
                </a:ext>
              </a:extLst>
            </p:cNvPr>
            <p:cNvGrpSpPr/>
            <p:nvPr/>
          </p:nvGrpSpPr>
          <p:grpSpPr>
            <a:xfrm rot="17270646">
              <a:off x="3672221" y="1503003"/>
              <a:ext cx="1720290" cy="958877"/>
              <a:chOff x="5241590" y="1634868"/>
              <a:chExt cx="1720290" cy="958877"/>
            </a:xfrm>
          </p:grpSpPr>
          <p:grpSp>
            <p:nvGrpSpPr>
              <p:cNvPr id="147" name="Grupo 146">
                <a:extLst>
                  <a:ext uri="{FF2B5EF4-FFF2-40B4-BE49-F238E27FC236}">
                    <a16:creationId xmlns:a16="http://schemas.microsoft.com/office/drawing/2014/main" id="{C92529C2-A75E-4A4E-9C12-AB9D3271A3DE}"/>
                  </a:ext>
                </a:extLst>
              </p:cNvPr>
              <p:cNvGrpSpPr/>
              <p:nvPr/>
            </p:nvGrpSpPr>
            <p:grpSpPr>
              <a:xfrm>
                <a:off x="5241590" y="1634868"/>
                <a:ext cx="1445845" cy="958877"/>
                <a:chOff x="5254125" y="1621056"/>
                <a:chExt cx="1445845" cy="958877"/>
              </a:xfrm>
            </p:grpSpPr>
            <p:sp>
              <p:nvSpPr>
                <p:cNvPr id="149" name="Rectángulo 148">
                  <a:extLst>
                    <a:ext uri="{FF2B5EF4-FFF2-40B4-BE49-F238E27FC236}">
                      <a16:creationId xmlns:a16="http://schemas.microsoft.com/office/drawing/2014/main" id="{0C3EFC84-D3B6-421C-BC4F-3865B99C2378}"/>
                    </a:ext>
                  </a:extLst>
                </p:cNvPr>
                <p:cNvSpPr/>
                <p:nvPr/>
              </p:nvSpPr>
              <p:spPr>
                <a:xfrm rot="2169494">
                  <a:off x="6354370" y="2422771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B1E7DBE7-A39A-43C5-B7E9-D12DD3B8B8FD}"/>
                    </a:ext>
                  </a:extLst>
                </p:cNvPr>
                <p:cNvGrpSpPr/>
                <p:nvPr/>
              </p:nvGrpSpPr>
              <p:grpSpPr>
                <a:xfrm>
                  <a:off x="5254125" y="1621056"/>
                  <a:ext cx="1172638" cy="758927"/>
                  <a:chOff x="5254125" y="1621056"/>
                  <a:chExt cx="1172638" cy="758927"/>
                </a:xfrm>
              </p:grpSpPr>
              <p:grpSp>
                <p:nvGrpSpPr>
                  <p:cNvPr id="151" name="Grupo 150">
                    <a:extLst>
                      <a:ext uri="{FF2B5EF4-FFF2-40B4-BE49-F238E27FC236}">
                        <a16:creationId xmlns:a16="http://schemas.microsoft.com/office/drawing/2014/main" id="{D6D49A26-D4D9-4DA1-A493-B5A69959494A}"/>
                      </a:ext>
                    </a:extLst>
                  </p:cNvPr>
                  <p:cNvGrpSpPr/>
                  <p:nvPr/>
                </p:nvGrpSpPr>
                <p:grpSpPr>
                  <a:xfrm>
                    <a:off x="5254125" y="1621056"/>
                    <a:ext cx="619559" cy="357115"/>
                    <a:chOff x="5254125" y="1621056"/>
                    <a:chExt cx="619559" cy="357115"/>
                  </a:xfrm>
                </p:grpSpPr>
                <p:sp>
                  <p:nvSpPr>
                    <p:cNvPr id="155" name="Rectángulo 154">
                      <a:extLst>
                        <a:ext uri="{FF2B5EF4-FFF2-40B4-BE49-F238E27FC236}">
                          <a16:creationId xmlns:a16="http://schemas.microsoft.com/office/drawing/2014/main" id="{40B92842-0402-4EBB-9346-FA8751893C3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5" y="162105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156" name="Rectángulo 155">
                      <a:extLst>
                        <a:ext uri="{FF2B5EF4-FFF2-40B4-BE49-F238E27FC236}">
                          <a16:creationId xmlns:a16="http://schemas.microsoft.com/office/drawing/2014/main" id="{02CB4AAB-A97B-4C6B-B7D8-14F02C0D1C9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2100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C7C1B74D-3FF5-49C7-B701-6663E51F1CC0}"/>
                      </a:ext>
                    </a:extLst>
                  </p:cNvPr>
                  <p:cNvGrpSpPr/>
                  <p:nvPr/>
                </p:nvGrpSpPr>
                <p:grpSpPr>
                  <a:xfrm>
                    <a:off x="5807203" y="2022870"/>
                    <a:ext cx="619560" cy="357113"/>
                    <a:chOff x="5254124" y="1616295"/>
                    <a:chExt cx="619560" cy="357113"/>
                  </a:xfrm>
                </p:grpSpPr>
                <p:sp>
                  <p:nvSpPr>
                    <p:cNvPr id="153" name="Rectángulo 152">
                      <a:extLst>
                        <a:ext uri="{FF2B5EF4-FFF2-40B4-BE49-F238E27FC236}">
                          <a16:creationId xmlns:a16="http://schemas.microsoft.com/office/drawing/2014/main" id="{7C567F9E-D71C-4915-BDD9-4C1D508B734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4" y="1616295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54" name="Rectángulo 153">
                      <a:extLst>
                        <a:ext uri="{FF2B5EF4-FFF2-40B4-BE49-F238E27FC236}">
                          <a16:creationId xmlns:a16="http://schemas.microsoft.com/office/drawing/2014/main" id="{57C68B16-8171-4447-9459-BB57A7BAA99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1624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48" name="Flecha: pentágono 147">
                <a:extLst>
                  <a:ext uri="{FF2B5EF4-FFF2-40B4-BE49-F238E27FC236}">
                    <a16:creationId xmlns:a16="http://schemas.microsoft.com/office/drawing/2014/main" id="{EEE8A398-0B97-41DB-8131-F55CA998A351}"/>
                  </a:ext>
                </a:extLst>
              </p:cNvPr>
              <p:cNvSpPr/>
              <p:nvPr/>
            </p:nvSpPr>
            <p:spPr>
              <a:xfrm rot="18359333">
                <a:off x="5971736" y="1072237"/>
                <a:ext cx="276225" cy="1704063"/>
              </a:xfrm>
              <a:prstGeom prst="homePlate">
                <a:avLst/>
              </a:prstGeom>
              <a:solidFill>
                <a:schemeClr val="accent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MANTENER</a:t>
                </a:r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25DEEB60-0458-4D5B-9BBC-A9C44F30322A}"/>
                </a:ext>
              </a:extLst>
            </p:cNvPr>
            <p:cNvGrpSpPr/>
            <p:nvPr/>
          </p:nvGrpSpPr>
          <p:grpSpPr>
            <a:xfrm rot="4328207">
              <a:off x="3177909" y="3038832"/>
              <a:ext cx="1704063" cy="956867"/>
              <a:chOff x="4877730" y="4736968"/>
              <a:chExt cx="1704063" cy="956867"/>
            </a:xfrm>
          </p:grpSpPr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8DBE16C1-1711-440E-9A78-9CB2E200652D}"/>
                  </a:ext>
                </a:extLst>
              </p:cNvPr>
              <p:cNvGrpSpPr/>
              <p:nvPr/>
            </p:nvGrpSpPr>
            <p:grpSpPr>
              <a:xfrm rot="19421976">
                <a:off x="5012216" y="4736968"/>
                <a:ext cx="1439125" cy="956867"/>
                <a:chOff x="5267632" y="1606582"/>
                <a:chExt cx="1439125" cy="956867"/>
              </a:xfrm>
            </p:grpSpPr>
            <p:sp>
              <p:nvSpPr>
                <p:cNvPr id="199" name="Rectángulo 198">
                  <a:extLst>
                    <a:ext uri="{FF2B5EF4-FFF2-40B4-BE49-F238E27FC236}">
                      <a16:creationId xmlns:a16="http://schemas.microsoft.com/office/drawing/2014/main" id="{6A512179-C76F-4B40-8B36-A612F4637A1D}"/>
                    </a:ext>
                  </a:extLst>
                </p:cNvPr>
                <p:cNvSpPr/>
                <p:nvPr/>
              </p:nvSpPr>
              <p:spPr>
                <a:xfrm rot="2169494">
                  <a:off x="6361157" y="2406287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00" name="Grupo 199">
                  <a:extLst>
                    <a:ext uri="{FF2B5EF4-FFF2-40B4-BE49-F238E27FC236}">
                      <a16:creationId xmlns:a16="http://schemas.microsoft.com/office/drawing/2014/main" id="{2AB8241C-F319-4493-A502-E9713C59E1D2}"/>
                    </a:ext>
                  </a:extLst>
                </p:cNvPr>
                <p:cNvGrpSpPr/>
                <p:nvPr/>
              </p:nvGrpSpPr>
              <p:grpSpPr>
                <a:xfrm>
                  <a:off x="5267632" y="1606582"/>
                  <a:ext cx="1180862" cy="767915"/>
                  <a:chOff x="5267632" y="1606582"/>
                  <a:chExt cx="1180862" cy="767915"/>
                </a:xfrm>
              </p:grpSpPr>
              <p:grpSp>
                <p:nvGrpSpPr>
                  <p:cNvPr id="201" name="Grupo 200">
                    <a:extLst>
                      <a:ext uri="{FF2B5EF4-FFF2-40B4-BE49-F238E27FC236}">
                        <a16:creationId xmlns:a16="http://schemas.microsoft.com/office/drawing/2014/main" id="{8DB19B7C-F711-443E-B827-EEAD4F736D61}"/>
                      </a:ext>
                    </a:extLst>
                  </p:cNvPr>
                  <p:cNvGrpSpPr/>
                  <p:nvPr/>
                </p:nvGrpSpPr>
                <p:grpSpPr>
                  <a:xfrm>
                    <a:off x="5267632" y="1606582"/>
                    <a:ext cx="619560" cy="357114"/>
                    <a:chOff x="5267632" y="1606582"/>
                    <a:chExt cx="619560" cy="357114"/>
                  </a:xfrm>
                </p:grpSpPr>
                <p:sp>
                  <p:nvSpPr>
                    <p:cNvPr id="205" name="Rectángulo 204">
                      <a:extLst>
                        <a:ext uri="{FF2B5EF4-FFF2-40B4-BE49-F238E27FC236}">
                          <a16:creationId xmlns:a16="http://schemas.microsoft.com/office/drawing/2014/main" id="{6353E57C-E3E7-4AD5-9921-9D7F21EE9F5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7632" y="1606582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06" name="Rectángulo 205">
                      <a:extLst>
                        <a:ext uri="{FF2B5EF4-FFF2-40B4-BE49-F238E27FC236}">
                          <a16:creationId xmlns:a16="http://schemas.microsoft.com/office/drawing/2014/main" id="{AEB8ECC0-60A0-40C8-A655-56CC217EB24A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1592" y="1806534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02" name="Grupo 201">
                    <a:extLst>
                      <a:ext uri="{FF2B5EF4-FFF2-40B4-BE49-F238E27FC236}">
                        <a16:creationId xmlns:a16="http://schemas.microsoft.com/office/drawing/2014/main" id="{52345D58-6EE8-4682-AFDA-96090B0D7331}"/>
                      </a:ext>
                    </a:extLst>
                  </p:cNvPr>
                  <p:cNvGrpSpPr/>
                  <p:nvPr/>
                </p:nvGrpSpPr>
                <p:grpSpPr>
                  <a:xfrm>
                    <a:off x="5823688" y="2012998"/>
                    <a:ext cx="624806" cy="361499"/>
                    <a:chOff x="5270609" y="1606423"/>
                    <a:chExt cx="624806" cy="361499"/>
                  </a:xfrm>
                </p:grpSpPr>
                <p:sp>
                  <p:nvSpPr>
                    <p:cNvPr id="203" name="Rectángulo 202">
                      <a:extLst>
                        <a:ext uri="{FF2B5EF4-FFF2-40B4-BE49-F238E27FC236}">
                          <a16:creationId xmlns:a16="http://schemas.microsoft.com/office/drawing/2014/main" id="{57532359-9539-43C0-B46B-0C567EECFD83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70609" y="1606423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04" name="Rectángulo 203">
                      <a:extLst>
                        <a:ext uri="{FF2B5EF4-FFF2-40B4-BE49-F238E27FC236}">
                          <a16:creationId xmlns:a16="http://schemas.microsoft.com/office/drawing/2014/main" id="{32FD10A4-EBA9-4230-922A-6A51A132AD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9815" y="181076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198" name="Flecha: pentágono 197">
                <a:extLst>
                  <a:ext uri="{FF2B5EF4-FFF2-40B4-BE49-F238E27FC236}">
                    <a16:creationId xmlns:a16="http://schemas.microsoft.com/office/drawing/2014/main" id="{25BB3DC4-CAF7-4630-9F16-2558EBE34056}"/>
                  </a:ext>
                </a:extLst>
              </p:cNvPr>
              <p:cNvSpPr/>
              <p:nvPr/>
            </p:nvSpPr>
            <p:spPr>
              <a:xfrm rot="5391296">
                <a:off x="5591649" y="4601372"/>
                <a:ext cx="276225" cy="1704063"/>
              </a:xfrm>
              <a:prstGeom prst="homePlate">
                <a:avLst/>
              </a:prstGeom>
              <a:solidFill>
                <a:srgbClr val="FF3399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ESTANDARIZAR</a:t>
                </a:r>
              </a:p>
            </p:txBody>
          </p:sp>
        </p:grpSp>
        <p:grpSp>
          <p:nvGrpSpPr>
            <p:cNvPr id="225" name="Grupo 224">
              <a:extLst>
                <a:ext uri="{FF2B5EF4-FFF2-40B4-BE49-F238E27FC236}">
                  <a16:creationId xmlns:a16="http://schemas.microsoft.com/office/drawing/2014/main" id="{0B14B755-90AB-41D9-B252-8FF39C0CEB9C}"/>
                </a:ext>
              </a:extLst>
            </p:cNvPr>
            <p:cNvGrpSpPr/>
            <p:nvPr/>
          </p:nvGrpSpPr>
          <p:grpSpPr>
            <a:xfrm>
              <a:off x="4374997" y="3897617"/>
              <a:ext cx="1704063" cy="956866"/>
              <a:chOff x="4874075" y="4748310"/>
              <a:chExt cx="1704063" cy="956866"/>
            </a:xfrm>
          </p:grpSpPr>
          <p:grpSp>
            <p:nvGrpSpPr>
              <p:cNvPr id="226" name="Grupo 225">
                <a:extLst>
                  <a:ext uri="{FF2B5EF4-FFF2-40B4-BE49-F238E27FC236}">
                    <a16:creationId xmlns:a16="http://schemas.microsoft.com/office/drawing/2014/main" id="{19053DF3-BAB3-43EA-A9C8-9C6A27B3067B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28" name="Rectángulo 227">
                  <a:extLst>
                    <a:ext uri="{FF2B5EF4-FFF2-40B4-BE49-F238E27FC236}">
                      <a16:creationId xmlns:a16="http://schemas.microsoft.com/office/drawing/2014/main" id="{9CEA20C7-C6C1-4047-B22F-665D67B1CA8F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29" name="Grupo 228">
                  <a:extLst>
                    <a:ext uri="{FF2B5EF4-FFF2-40B4-BE49-F238E27FC236}">
                      <a16:creationId xmlns:a16="http://schemas.microsoft.com/office/drawing/2014/main" id="{FA50A037-37B1-46DD-8080-3B91D29E8679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30" name="Grupo 229">
                    <a:extLst>
                      <a:ext uri="{FF2B5EF4-FFF2-40B4-BE49-F238E27FC236}">
                        <a16:creationId xmlns:a16="http://schemas.microsoft.com/office/drawing/2014/main" id="{58FDD977-6FD8-4E65-8C4E-23802D8A2E30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34" name="Rectángulo 233">
                      <a:extLst>
                        <a:ext uri="{FF2B5EF4-FFF2-40B4-BE49-F238E27FC236}">
                          <a16:creationId xmlns:a16="http://schemas.microsoft.com/office/drawing/2014/main" id="{AFC746DE-9005-418E-A248-FDD1EBCB02A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35" name="Rectángulo 234">
                      <a:extLst>
                        <a:ext uri="{FF2B5EF4-FFF2-40B4-BE49-F238E27FC236}">
                          <a16:creationId xmlns:a16="http://schemas.microsoft.com/office/drawing/2014/main" id="{A24DFC02-5A54-4E2D-8891-8815C2511D7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31" name="Grupo 230">
                    <a:extLst>
                      <a:ext uri="{FF2B5EF4-FFF2-40B4-BE49-F238E27FC236}">
                        <a16:creationId xmlns:a16="http://schemas.microsoft.com/office/drawing/2014/main" id="{2C79F5A0-AEA4-43D9-8E08-E7888BFFAA6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32" name="Rectángulo 231">
                      <a:extLst>
                        <a:ext uri="{FF2B5EF4-FFF2-40B4-BE49-F238E27FC236}">
                          <a16:creationId xmlns:a16="http://schemas.microsoft.com/office/drawing/2014/main" id="{6AB3EC93-1F41-4F19-9956-867B3F136A1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33" name="Rectángulo 232">
                      <a:extLst>
                        <a:ext uri="{FF2B5EF4-FFF2-40B4-BE49-F238E27FC236}">
                          <a16:creationId xmlns:a16="http://schemas.microsoft.com/office/drawing/2014/main" id="{940D7B4D-EE07-4C70-A587-54704D18168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27" name="Flecha: pentágono 226">
                <a:extLst>
                  <a:ext uri="{FF2B5EF4-FFF2-40B4-BE49-F238E27FC236}">
                    <a16:creationId xmlns:a16="http://schemas.microsoft.com/office/drawing/2014/main" id="{9C600078-E45D-40DE-AAB9-1FCCC4717A01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LIMPIAR</a:t>
                </a:r>
              </a:p>
            </p:txBody>
          </p:sp>
        </p:grpSp>
        <p:grpSp>
          <p:nvGrpSpPr>
            <p:cNvPr id="236" name="Grupo 235">
              <a:extLst>
                <a:ext uri="{FF2B5EF4-FFF2-40B4-BE49-F238E27FC236}">
                  <a16:creationId xmlns:a16="http://schemas.microsoft.com/office/drawing/2014/main" id="{BEDE5101-43FF-42D4-A510-BE9C3401A7D6}"/>
                </a:ext>
              </a:extLst>
            </p:cNvPr>
            <p:cNvGrpSpPr/>
            <p:nvPr/>
          </p:nvGrpSpPr>
          <p:grpSpPr>
            <a:xfrm rot="17254308">
              <a:off x="5580210" y="3033362"/>
              <a:ext cx="1704063" cy="956866"/>
              <a:chOff x="4874075" y="4748310"/>
              <a:chExt cx="1704063" cy="956866"/>
            </a:xfrm>
          </p:grpSpPr>
          <p:grpSp>
            <p:nvGrpSpPr>
              <p:cNvPr id="237" name="Grupo 236">
                <a:extLst>
                  <a:ext uri="{FF2B5EF4-FFF2-40B4-BE49-F238E27FC236}">
                    <a16:creationId xmlns:a16="http://schemas.microsoft.com/office/drawing/2014/main" id="{95A93B4E-8860-4F3C-80A3-E404FB9AA592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39" name="Rectángulo 238">
                  <a:extLst>
                    <a:ext uri="{FF2B5EF4-FFF2-40B4-BE49-F238E27FC236}">
                      <a16:creationId xmlns:a16="http://schemas.microsoft.com/office/drawing/2014/main" id="{EE43389E-E627-41EA-8120-E75A8E4FDEB6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40" name="Grupo 239">
                  <a:extLst>
                    <a:ext uri="{FF2B5EF4-FFF2-40B4-BE49-F238E27FC236}">
                      <a16:creationId xmlns:a16="http://schemas.microsoft.com/office/drawing/2014/main" id="{4CDEF95E-6B75-421A-87D2-B0A74B522C76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41" name="Grupo 240">
                    <a:extLst>
                      <a:ext uri="{FF2B5EF4-FFF2-40B4-BE49-F238E27FC236}">
                        <a16:creationId xmlns:a16="http://schemas.microsoft.com/office/drawing/2014/main" id="{3C29CC50-EE2C-471A-B24E-430BC9DBB4F7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45" name="Rectángulo 244">
                      <a:extLst>
                        <a:ext uri="{FF2B5EF4-FFF2-40B4-BE49-F238E27FC236}">
                          <a16:creationId xmlns:a16="http://schemas.microsoft.com/office/drawing/2014/main" id="{C9B7284E-EF69-4B24-B83B-578934DAD6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46" name="Rectángulo 245">
                      <a:extLst>
                        <a:ext uri="{FF2B5EF4-FFF2-40B4-BE49-F238E27FC236}">
                          <a16:creationId xmlns:a16="http://schemas.microsoft.com/office/drawing/2014/main" id="{9B347237-5DA8-441C-A522-051316553AA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42" name="Grupo 241">
                    <a:extLst>
                      <a:ext uri="{FF2B5EF4-FFF2-40B4-BE49-F238E27FC236}">
                        <a16:creationId xmlns:a16="http://schemas.microsoft.com/office/drawing/2014/main" id="{9FAEA70A-34E6-491B-90B3-E3B38607699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43" name="Rectángulo 242">
                      <a:extLst>
                        <a:ext uri="{FF2B5EF4-FFF2-40B4-BE49-F238E27FC236}">
                          <a16:creationId xmlns:a16="http://schemas.microsoft.com/office/drawing/2014/main" id="{12FAE8F8-287C-4D1A-81C9-B5198EE92454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44" name="Rectángulo 243">
                      <a:extLst>
                        <a:ext uri="{FF2B5EF4-FFF2-40B4-BE49-F238E27FC236}">
                          <a16:creationId xmlns:a16="http://schemas.microsoft.com/office/drawing/2014/main" id="{2D5717BF-DE6A-4D13-857B-6BFF34A28B7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38" name="Flecha: pentágono 237">
                <a:extLst>
                  <a:ext uri="{FF2B5EF4-FFF2-40B4-BE49-F238E27FC236}">
                    <a16:creationId xmlns:a16="http://schemas.microsoft.com/office/drawing/2014/main" id="{00CEF4B0-908B-4ABE-90A1-C7B2F8A3039D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chemeClr val="accent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ORDENAR</a:t>
                </a:r>
              </a:p>
            </p:txBody>
          </p:sp>
        </p:grpSp>
      </p:grpSp>
      <p:pic>
        <p:nvPicPr>
          <p:cNvPr id="82" name="3 Imagen">
            <a:extLst>
              <a:ext uri="{FF2B5EF4-FFF2-40B4-BE49-F238E27FC236}">
                <a16:creationId xmlns:a16="http://schemas.microsoft.com/office/drawing/2014/main" id="{68131689-7B81-4678-8AFA-5521C14899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85" name="3 Imagen">
            <a:extLst>
              <a:ext uri="{FF2B5EF4-FFF2-40B4-BE49-F238E27FC236}">
                <a16:creationId xmlns:a16="http://schemas.microsoft.com/office/drawing/2014/main" id="{185C176D-A39E-449C-A312-E34C6ADA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0" name="3 Imagen">
            <a:extLst>
              <a:ext uri="{FF2B5EF4-FFF2-40B4-BE49-F238E27FC236}">
                <a16:creationId xmlns:a16="http://schemas.microsoft.com/office/drawing/2014/main" id="{BD0FEE37-F386-41E1-935D-D2CCF358D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8902A144-E855-4FA2-A1AF-E474A303A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05E626A-79D8-426E-9FBE-98C9B027965C}"/>
              </a:ext>
            </a:extLst>
          </p:cNvPr>
          <p:cNvSpPr/>
          <p:nvPr/>
        </p:nvSpPr>
        <p:spPr>
          <a:xfrm>
            <a:off x="92771" y="7073354"/>
            <a:ext cx="9051235" cy="892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383131"/>
                </a:solidFill>
                <a:latin typeface="PTSansRegular"/>
              </a:rPr>
              <a:t> </a:t>
            </a:r>
            <a:r>
              <a:rPr lang="es-ES" dirty="0"/>
              <a:t>Consiste en tener el hábito y crear un ambiente de respeto a las normas y estándares establecidos.</a:t>
            </a:r>
            <a:endParaRPr lang="es-ES" sz="1600" dirty="0">
              <a:solidFill>
                <a:srgbClr val="383131"/>
              </a:solidFill>
              <a:latin typeface="PTSansRegular"/>
            </a:endParaRPr>
          </a:p>
          <a:p>
            <a:r>
              <a:rPr lang="es-ES" sz="1600" dirty="0">
                <a:solidFill>
                  <a:srgbClr val="383131"/>
                </a:solidFill>
                <a:latin typeface="PTSansRegular"/>
              </a:rPr>
              <a:t> 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6DA1FB6-4E8C-4FDC-9CCE-69C3A2AC1FB2}"/>
              </a:ext>
            </a:extLst>
          </p:cNvPr>
          <p:cNvGrpSpPr/>
          <p:nvPr/>
        </p:nvGrpSpPr>
        <p:grpSpPr>
          <a:xfrm>
            <a:off x="2905597" y="2430160"/>
            <a:ext cx="4300622" cy="4300623"/>
            <a:chOff x="2982835" y="2647450"/>
            <a:chExt cx="4095316" cy="4095317"/>
          </a:xfrm>
        </p:grpSpPr>
        <p:sp>
          <p:nvSpPr>
            <p:cNvPr id="11" name="Arco de bloque 10">
              <a:extLst>
                <a:ext uri="{FF2B5EF4-FFF2-40B4-BE49-F238E27FC236}">
                  <a16:creationId xmlns:a16="http://schemas.microsoft.com/office/drawing/2014/main" id="{9736D2B1-2307-4361-BC38-A3D4F91833AC}"/>
                </a:ext>
              </a:extLst>
            </p:cNvPr>
            <p:cNvSpPr/>
            <p:nvPr/>
          </p:nvSpPr>
          <p:spPr>
            <a:xfrm>
              <a:off x="2982835" y="2647450"/>
              <a:ext cx="3562643" cy="3562643"/>
            </a:xfrm>
            <a:prstGeom prst="blockArc">
              <a:avLst>
                <a:gd name="adj1" fmla="val 1074524"/>
                <a:gd name="adj2" fmla="val 4277372"/>
                <a:gd name="adj3" fmla="val 4727"/>
              </a:avLst>
            </a:prstGeom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7698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BAB86479-2622-4379-9222-6B3753BAFCC3}"/>
                </a:ext>
              </a:extLst>
            </p:cNvPr>
            <p:cNvSpPr/>
            <p:nvPr/>
          </p:nvSpPr>
          <p:spPr>
            <a:xfrm>
              <a:off x="3944154" y="3608770"/>
              <a:ext cx="1640004" cy="1640004"/>
            </a:xfrm>
            <a:custGeom>
              <a:avLst/>
              <a:gdLst>
                <a:gd name="connsiteX0" fmla="*/ 0 w 1640004"/>
                <a:gd name="connsiteY0" fmla="*/ 820002 h 1640004"/>
                <a:gd name="connsiteX1" fmla="*/ 820002 w 1640004"/>
                <a:gd name="connsiteY1" fmla="*/ 0 h 1640004"/>
                <a:gd name="connsiteX2" fmla="*/ 1640004 w 1640004"/>
                <a:gd name="connsiteY2" fmla="*/ 820002 h 1640004"/>
                <a:gd name="connsiteX3" fmla="*/ 820002 w 1640004"/>
                <a:gd name="connsiteY3" fmla="*/ 1640004 h 1640004"/>
                <a:gd name="connsiteX4" fmla="*/ 0 w 1640004"/>
                <a:gd name="connsiteY4" fmla="*/ 820002 h 164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004" h="1640004">
                  <a:moveTo>
                    <a:pt x="0" y="820002"/>
                  </a:moveTo>
                  <a:cubicBezTo>
                    <a:pt x="0" y="367127"/>
                    <a:pt x="367127" y="0"/>
                    <a:pt x="820002" y="0"/>
                  </a:cubicBezTo>
                  <a:cubicBezTo>
                    <a:pt x="1272877" y="0"/>
                    <a:pt x="1640004" y="367127"/>
                    <a:pt x="1640004" y="820002"/>
                  </a:cubicBezTo>
                  <a:cubicBezTo>
                    <a:pt x="1640004" y="1272877"/>
                    <a:pt x="1272877" y="1640004"/>
                    <a:pt x="820002" y="1640004"/>
                  </a:cubicBezTo>
                  <a:cubicBezTo>
                    <a:pt x="367127" y="1640004"/>
                    <a:pt x="0" y="1272877"/>
                    <a:pt x="0" y="820002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0653" tIns="270653" rIns="270653" bIns="270653" numCol="1" spcCol="1270" anchor="ctr" anchorCtr="0">
              <a:noAutofit/>
            </a:bodyPr>
            <a:lstStyle/>
            <a:p>
              <a:pPr algn="ctr" defTabSz="106677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b="1" dirty="0">
                  <a:solidFill>
                    <a:schemeClr val="tx1"/>
                  </a:solidFill>
                </a:rPr>
                <a:t>MANTENER</a:t>
              </a: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60686884-4830-4F42-9B17-7FB078E82021}"/>
                </a:ext>
              </a:extLst>
            </p:cNvPr>
            <p:cNvSpPr/>
            <p:nvPr/>
          </p:nvSpPr>
          <p:spPr>
            <a:xfrm>
              <a:off x="5930148" y="3854770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76471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HÁBITO</a:t>
              </a:r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57DC8A2-D672-4965-8E99-209DEE714F56}"/>
                </a:ext>
              </a:extLst>
            </p:cNvPr>
            <p:cNvSpPr/>
            <p:nvPr/>
          </p:nvSpPr>
          <p:spPr>
            <a:xfrm>
              <a:off x="4190155" y="5594764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62745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DISCIPLINA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035A85DE-9299-476C-A8A7-C587DE478F61}"/>
              </a:ext>
            </a:extLst>
          </p:cNvPr>
          <p:cNvSpPr/>
          <p:nvPr/>
        </p:nvSpPr>
        <p:spPr>
          <a:xfrm>
            <a:off x="1186530" y="3993782"/>
            <a:ext cx="2673495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Mantener disciplina.</a:t>
            </a:r>
          </a:p>
        </p:txBody>
      </p:sp>
      <p:pic>
        <p:nvPicPr>
          <p:cNvPr id="18" name="3 Imagen">
            <a:extLst>
              <a:ext uri="{FF2B5EF4-FFF2-40B4-BE49-F238E27FC236}">
                <a16:creationId xmlns:a16="http://schemas.microsoft.com/office/drawing/2014/main" id="{6F7B9D0E-D1CD-4A78-9623-8713839BB4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9" name="3 Imagen">
            <a:extLst>
              <a:ext uri="{FF2B5EF4-FFF2-40B4-BE49-F238E27FC236}">
                <a16:creationId xmlns:a16="http://schemas.microsoft.com/office/drawing/2014/main" id="{9480DEAD-1762-4AC9-97B7-4230DAAE1D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2" name="3 Imagen">
            <a:extLst>
              <a:ext uri="{FF2B5EF4-FFF2-40B4-BE49-F238E27FC236}">
                <a16:creationId xmlns:a16="http://schemas.microsoft.com/office/drawing/2014/main" id="{A8ABC558-5C32-4F8A-A9E4-0B31F4AE51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3 Imagen">
            <a:extLst>
              <a:ext uri="{FF2B5EF4-FFF2-40B4-BE49-F238E27FC236}">
                <a16:creationId xmlns:a16="http://schemas.microsoft.com/office/drawing/2014/main" id="{021F1D0D-FB7E-4297-94E5-4A5B2D4DD1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078E6B48-A187-4D5B-98DB-703EA8B68C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98B17179-16ED-44AF-B1A8-54240FE5E4AC}"/>
              </a:ext>
            </a:extLst>
          </p:cNvPr>
          <p:cNvSpPr/>
          <p:nvPr/>
        </p:nvSpPr>
        <p:spPr>
          <a:xfrm>
            <a:off x="3592417" y="1387583"/>
            <a:ext cx="1764000" cy="783503"/>
          </a:xfrm>
          <a:custGeom>
            <a:avLst/>
            <a:gdLst>
              <a:gd name="connsiteX0" fmla="*/ 0 w 1205388"/>
              <a:gd name="connsiteY0" fmla="*/ 130586 h 783502"/>
              <a:gd name="connsiteX1" fmla="*/ 130586 w 1205388"/>
              <a:gd name="connsiteY1" fmla="*/ 0 h 783502"/>
              <a:gd name="connsiteX2" fmla="*/ 1074802 w 1205388"/>
              <a:gd name="connsiteY2" fmla="*/ 0 h 783502"/>
              <a:gd name="connsiteX3" fmla="*/ 1205388 w 1205388"/>
              <a:gd name="connsiteY3" fmla="*/ 130586 h 783502"/>
              <a:gd name="connsiteX4" fmla="*/ 1205388 w 1205388"/>
              <a:gd name="connsiteY4" fmla="*/ 652916 h 783502"/>
              <a:gd name="connsiteX5" fmla="*/ 1074802 w 1205388"/>
              <a:gd name="connsiteY5" fmla="*/ 783502 h 783502"/>
              <a:gd name="connsiteX6" fmla="*/ 130586 w 1205388"/>
              <a:gd name="connsiteY6" fmla="*/ 783502 h 783502"/>
              <a:gd name="connsiteX7" fmla="*/ 0 w 1205388"/>
              <a:gd name="connsiteY7" fmla="*/ 652916 h 783502"/>
              <a:gd name="connsiteX8" fmla="*/ 0 w 1205388"/>
              <a:gd name="connsiteY8" fmla="*/ 130586 h 78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5388" h="783502">
                <a:moveTo>
                  <a:pt x="0" y="130586"/>
                </a:moveTo>
                <a:cubicBezTo>
                  <a:pt x="0" y="58465"/>
                  <a:pt x="58465" y="0"/>
                  <a:pt x="130586" y="0"/>
                </a:cubicBezTo>
                <a:lnTo>
                  <a:pt x="1074802" y="0"/>
                </a:lnTo>
                <a:cubicBezTo>
                  <a:pt x="1146923" y="0"/>
                  <a:pt x="1205388" y="58465"/>
                  <a:pt x="1205388" y="130586"/>
                </a:cubicBezTo>
                <a:lnTo>
                  <a:pt x="1205388" y="652916"/>
                </a:lnTo>
                <a:cubicBezTo>
                  <a:pt x="1205388" y="725037"/>
                  <a:pt x="1146923" y="783502"/>
                  <a:pt x="1074802" y="783502"/>
                </a:cubicBezTo>
                <a:lnTo>
                  <a:pt x="130586" y="783502"/>
                </a:lnTo>
                <a:cubicBezTo>
                  <a:pt x="58465" y="783502"/>
                  <a:pt x="0" y="725037"/>
                  <a:pt x="0" y="652916"/>
                </a:cubicBezTo>
                <a:lnTo>
                  <a:pt x="0" y="13058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587" tIns="91587" rIns="91587" bIns="91587" numCol="1" spcCol="1270" anchor="ctr" anchorCtr="0">
            <a:noAutofit/>
          </a:bodyPr>
          <a:lstStyle/>
          <a:p>
            <a:pPr algn="ctr" defTabSz="62228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800" b="1" dirty="0">
                <a:solidFill>
                  <a:schemeClr val="tx1"/>
                </a:solidFill>
              </a:rPr>
              <a:t>VENTAJAS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5CEBB8-8A53-4D21-B50F-26D940898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256FB901-BB2D-42CE-912D-4BCC560242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7296984"/>
              </p:ext>
            </p:extLst>
          </p:nvPr>
        </p:nvGraphicFramePr>
        <p:xfrm>
          <a:off x="473725" y="3007605"/>
          <a:ext cx="8305834" cy="5034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7" name="3 Imagen">
            <a:extLst>
              <a:ext uri="{FF2B5EF4-FFF2-40B4-BE49-F238E27FC236}">
                <a16:creationId xmlns:a16="http://schemas.microsoft.com/office/drawing/2014/main" id="{5AF12296-DE15-41A6-8F71-F4EB023DEFA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286730B-1E12-432D-8EB9-ADF6ADDD7B22}"/>
              </a:ext>
            </a:extLst>
          </p:cNvPr>
          <p:cNvSpPr/>
          <p:nvPr/>
        </p:nvSpPr>
        <p:spPr>
          <a:xfrm>
            <a:off x="375075" y="5295636"/>
            <a:ext cx="84354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Crea cultura para que se respeten y se cuiden los recursos.</a:t>
            </a:r>
          </a:p>
          <a:p>
            <a:pPr algn="ctr"/>
            <a:r>
              <a:rPr lang="es-ES" sz="2000" b="1" dirty="0"/>
              <a:t>Se cambian los malos hábitos.</a:t>
            </a:r>
          </a:p>
          <a:p>
            <a:pPr algn="ctr"/>
            <a:r>
              <a:rPr lang="es-ES" sz="2000" b="1" dirty="0"/>
              <a:t>Se respetan más el trabajo de las personas.</a:t>
            </a:r>
          </a:p>
          <a:p>
            <a:pPr algn="ctr"/>
            <a:r>
              <a:rPr lang="es-ES" sz="2000" b="1" dirty="0"/>
              <a:t>Se eleva la motivación.</a:t>
            </a:r>
          </a:p>
          <a:p>
            <a:pPr algn="ctr"/>
            <a:r>
              <a:rPr lang="es-ES" sz="2000" b="1" dirty="0"/>
              <a:t>Aumenta la calidad y las relaciones con los clientes.</a:t>
            </a:r>
          </a:p>
          <a:p>
            <a:pPr algn="ctr"/>
            <a:r>
              <a:rPr lang="es-ES" sz="2000" b="1" dirty="0"/>
              <a:t>Aumenta la productividad.</a:t>
            </a:r>
          </a:p>
          <a:p>
            <a:pPr algn="ctr"/>
            <a:r>
              <a:rPr lang="es-ES" sz="2000" b="1" dirty="0"/>
              <a:t>Todos los integrantes de la organización se sienten participativos.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7D89E40-1311-4622-8807-BCD4C249AA07}"/>
              </a:ext>
            </a:extLst>
          </p:cNvPr>
          <p:cNvSpPr/>
          <p:nvPr/>
        </p:nvSpPr>
        <p:spPr>
          <a:xfrm>
            <a:off x="324225" y="3660682"/>
            <a:ext cx="8537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“Sin disciplina y habito cualquier beneficio logrado en los primeros cuatro desaparece.”</a:t>
            </a:r>
          </a:p>
        </p:txBody>
      </p:sp>
      <p:pic>
        <p:nvPicPr>
          <p:cNvPr id="19" name="3 Imagen">
            <a:extLst>
              <a:ext uri="{FF2B5EF4-FFF2-40B4-BE49-F238E27FC236}">
                <a16:creationId xmlns:a16="http://schemas.microsoft.com/office/drawing/2014/main" id="{021F1D0D-FB7E-4297-94E5-4A5B2D4DD1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078E6B48-A187-4D5B-98DB-703EA8B68C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98B17179-16ED-44AF-B1A8-54240FE5E4AC}"/>
              </a:ext>
            </a:extLst>
          </p:cNvPr>
          <p:cNvSpPr/>
          <p:nvPr/>
        </p:nvSpPr>
        <p:spPr>
          <a:xfrm>
            <a:off x="3592417" y="1387583"/>
            <a:ext cx="1764000" cy="783503"/>
          </a:xfrm>
          <a:custGeom>
            <a:avLst/>
            <a:gdLst>
              <a:gd name="connsiteX0" fmla="*/ 0 w 1205388"/>
              <a:gd name="connsiteY0" fmla="*/ 130586 h 783502"/>
              <a:gd name="connsiteX1" fmla="*/ 130586 w 1205388"/>
              <a:gd name="connsiteY1" fmla="*/ 0 h 783502"/>
              <a:gd name="connsiteX2" fmla="*/ 1074802 w 1205388"/>
              <a:gd name="connsiteY2" fmla="*/ 0 h 783502"/>
              <a:gd name="connsiteX3" fmla="*/ 1205388 w 1205388"/>
              <a:gd name="connsiteY3" fmla="*/ 130586 h 783502"/>
              <a:gd name="connsiteX4" fmla="*/ 1205388 w 1205388"/>
              <a:gd name="connsiteY4" fmla="*/ 652916 h 783502"/>
              <a:gd name="connsiteX5" fmla="*/ 1074802 w 1205388"/>
              <a:gd name="connsiteY5" fmla="*/ 783502 h 783502"/>
              <a:gd name="connsiteX6" fmla="*/ 130586 w 1205388"/>
              <a:gd name="connsiteY6" fmla="*/ 783502 h 783502"/>
              <a:gd name="connsiteX7" fmla="*/ 0 w 1205388"/>
              <a:gd name="connsiteY7" fmla="*/ 652916 h 783502"/>
              <a:gd name="connsiteX8" fmla="*/ 0 w 1205388"/>
              <a:gd name="connsiteY8" fmla="*/ 130586 h 78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5388" h="783502">
                <a:moveTo>
                  <a:pt x="0" y="130586"/>
                </a:moveTo>
                <a:cubicBezTo>
                  <a:pt x="0" y="58465"/>
                  <a:pt x="58465" y="0"/>
                  <a:pt x="130586" y="0"/>
                </a:cubicBezTo>
                <a:lnTo>
                  <a:pt x="1074802" y="0"/>
                </a:lnTo>
                <a:cubicBezTo>
                  <a:pt x="1146923" y="0"/>
                  <a:pt x="1205388" y="58465"/>
                  <a:pt x="1205388" y="130586"/>
                </a:cubicBezTo>
                <a:lnTo>
                  <a:pt x="1205388" y="652916"/>
                </a:lnTo>
                <a:cubicBezTo>
                  <a:pt x="1205388" y="725037"/>
                  <a:pt x="1146923" y="783502"/>
                  <a:pt x="1074802" y="783502"/>
                </a:cubicBezTo>
                <a:lnTo>
                  <a:pt x="130586" y="783502"/>
                </a:lnTo>
                <a:cubicBezTo>
                  <a:pt x="58465" y="783502"/>
                  <a:pt x="0" y="725037"/>
                  <a:pt x="0" y="652916"/>
                </a:cubicBezTo>
                <a:lnTo>
                  <a:pt x="0" y="13058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587" tIns="91587" rIns="91587" bIns="91587" numCol="1" spcCol="1270" anchor="ctr" anchorCtr="0">
            <a:noAutofit/>
          </a:bodyPr>
          <a:lstStyle/>
          <a:p>
            <a:pPr algn="ctr" defTabSz="62228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800" b="1" dirty="0">
                <a:solidFill>
                  <a:schemeClr val="tx1"/>
                </a:solidFill>
              </a:rPr>
              <a:t>VENTAJAS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5CEBB8-8A53-4D21-B50F-26D940898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878BE8F4-564C-497E-8087-41FCD79AA2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7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lecha: pentágono 47">
            <a:extLst>
              <a:ext uri="{FF2B5EF4-FFF2-40B4-BE49-F238E27FC236}">
                <a16:creationId xmlns:a16="http://schemas.microsoft.com/office/drawing/2014/main" id="{0BC759E2-FD86-4DE4-A0A3-9FB092F1AC5A}"/>
              </a:ext>
            </a:extLst>
          </p:cNvPr>
          <p:cNvSpPr/>
          <p:nvPr/>
        </p:nvSpPr>
        <p:spPr>
          <a:xfrm rot="16200000">
            <a:off x="1585470" y="64250"/>
            <a:ext cx="441588" cy="2724202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s-ES" b="1" dirty="0"/>
              <a:t>MANTENER</a:t>
            </a:r>
          </a:p>
        </p:txBody>
      </p:sp>
      <p:sp>
        <p:nvSpPr>
          <p:cNvPr id="13336" name="Elipse 13335">
            <a:extLst>
              <a:ext uri="{FF2B5EF4-FFF2-40B4-BE49-F238E27FC236}">
                <a16:creationId xmlns:a16="http://schemas.microsoft.com/office/drawing/2014/main" id="{5960E5A8-37A3-4021-97C8-9E6153D7BE08}"/>
              </a:ext>
            </a:extLst>
          </p:cNvPr>
          <p:cNvSpPr/>
          <p:nvPr/>
        </p:nvSpPr>
        <p:spPr>
          <a:xfrm>
            <a:off x="6781265" y="1515192"/>
            <a:ext cx="1394295" cy="13471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600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3335" name="Conector: curvado 13334">
            <a:extLst>
              <a:ext uri="{FF2B5EF4-FFF2-40B4-BE49-F238E27FC236}">
                <a16:creationId xmlns:a16="http://schemas.microsoft.com/office/drawing/2014/main" id="{F8879E0D-7E8C-43F4-83F1-411A59C6EBD8}"/>
              </a:ext>
            </a:extLst>
          </p:cNvPr>
          <p:cNvCxnSpPr>
            <a:cxnSpLocks/>
            <a:stCxn id="13317" idx="6"/>
            <a:endCxn id="119" idx="4"/>
          </p:cNvCxnSpPr>
          <p:nvPr/>
        </p:nvCxnSpPr>
        <p:spPr>
          <a:xfrm flipH="1" flipV="1">
            <a:off x="2934566" y="6155738"/>
            <a:ext cx="349110" cy="943250"/>
          </a:xfrm>
          <a:prstGeom prst="curvedConnector4">
            <a:avLst>
              <a:gd name="adj1" fmla="val -65481"/>
              <a:gd name="adj2" fmla="val 69083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ector: curvado 131">
            <a:extLst>
              <a:ext uri="{FF2B5EF4-FFF2-40B4-BE49-F238E27FC236}">
                <a16:creationId xmlns:a16="http://schemas.microsoft.com/office/drawing/2014/main" id="{8239F9F1-401D-42E6-88C7-04F66BF5E02E}"/>
              </a:ext>
            </a:extLst>
          </p:cNvPr>
          <p:cNvCxnSpPr>
            <a:cxnSpLocks/>
            <a:stCxn id="119" idx="6"/>
            <a:endCxn id="120" idx="4"/>
          </p:cNvCxnSpPr>
          <p:nvPr/>
        </p:nvCxnSpPr>
        <p:spPr>
          <a:xfrm flipH="1" flipV="1">
            <a:off x="2923676" y="4919566"/>
            <a:ext cx="370890" cy="876172"/>
          </a:xfrm>
          <a:prstGeom prst="curvedConnector4">
            <a:avLst>
              <a:gd name="adj1" fmla="val -61636"/>
              <a:gd name="adj2" fmla="val 70544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ector: curvado 134">
            <a:extLst>
              <a:ext uri="{FF2B5EF4-FFF2-40B4-BE49-F238E27FC236}">
                <a16:creationId xmlns:a16="http://schemas.microsoft.com/office/drawing/2014/main" id="{D41879E7-A595-46EF-8061-FB9F73C4D8D7}"/>
              </a:ext>
            </a:extLst>
          </p:cNvPr>
          <p:cNvCxnSpPr>
            <a:cxnSpLocks/>
            <a:stCxn id="120" idx="6"/>
            <a:endCxn id="123" idx="4"/>
          </p:cNvCxnSpPr>
          <p:nvPr/>
        </p:nvCxnSpPr>
        <p:spPr>
          <a:xfrm flipH="1" flipV="1">
            <a:off x="2934908" y="3728890"/>
            <a:ext cx="348769" cy="830676"/>
          </a:xfrm>
          <a:prstGeom prst="curvedConnector4">
            <a:avLst>
              <a:gd name="adj1" fmla="val -65545"/>
              <a:gd name="adj2" fmla="val 71669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Conector: curvado 138">
            <a:extLst>
              <a:ext uri="{FF2B5EF4-FFF2-40B4-BE49-F238E27FC236}">
                <a16:creationId xmlns:a16="http://schemas.microsoft.com/office/drawing/2014/main" id="{0D4CCF03-76A3-4284-B6A6-77B5FCB0E632}"/>
              </a:ext>
            </a:extLst>
          </p:cNvPr>
          <p:cNvCxnSpPr>
            <a:cxnSpLocks/>
            <a:stCxn id="123" idx="6"/>
            <a:endCxn id="125" idx="4"/>
          </p:cNvCxnSpPr>
          <p:nvPr/>
        </p:nvCxnSpPr>
        <p:spPr>
          <a:xfrm flipH="1" flipV="1">
            <a:off x="2893623" y="2519502"/>
            <a:ext cx="401285" cy="849388"/>
          </a:xfrm>
          <a:prstGeom prst="curvedConnector4">
            <a:avLst>
              <a:gd name="adj1" fmla="val -56967"/>
              <a:gd name="adj2" fmla="val 71192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56E53B29-6A0D-4E0B-B4A1-B63D5996AB4F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3253622" y="2153874"/>
            <a:ext cx="861178" cy="5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379DCB5D-E5D8-4680-9E70-FFD1AD925820}"/>
              </a:ext>
            </a:extLst>
          </p:cNvPr>
          <p:cNvGrpSpPr/>
          <p:nvPr/>
        </p:nvGrpSpPr>
        <p:grpSpPr>
          <a:xfrm>
            <a:off x="401129" y="1799502"/>
            <a:ext cx="2893779" cy="5899372"/>
            <a:chOff x="401128" y="728733"/>
            <a:chExt cx="2893779" cy="5899372"/>
          </a:xfrm>
        </p:grpSpPr>
        <p:grpSp>
          <p:nvGrpSpPr>
            <p:cNvPr id="13331" name="Grupo 13330">
              <a:extLst>
                <a:ext uri="{FF2B5EF4-FFF2-40B4-BE49-F238E27FC236}">
                  <a16:creationId xmlns:a16="http://schemas.microsoft.com/office/drawing/2014/main" id="{EEF9AAC3-DE7E-45E8-888F-0AE235A256B0}"/>
                </a:ext>
              </a:extLst>
            </p:cNvPr>
            <p:cNvGrpSpPr/>
            <p:nvPr/>
          </p:nvGrpSpPr>
          <p:grpSpPr>
            <a:xfrm>
              <a:off x="401128" y="728733"/>
              <a:ext cx="2893779" cy="5899372"/>
              <a:chOff x="3632349" y="715085"/>
              <a:chExt cx="2893779" cy="5899372"/>
            </a:xfrm>
          </p:grpSpPr>
          <p:grpSp>
            <p:nvGrpSpPr>
              <p:cNvPr id="13320" name="Grupo 13319">
                <a:extLst>
                  <a:ext uri="{FF2B5EF4-FFF2-40B4-BE49-F238E27FC236}">
                    <a16:creationId xmlns:a16="http://schemas.microsoft.com/office/drawing/2014/main" id="{5047FE74-111C-4F0F-AD4F-5600932881F1}"/>
                  </a:ext>
                </a:extLst>
              </p:cNvPr>
              <p:cNvGrpSpPr/>
              <p:nvPr/>
            </p:nvGrpSpPr>
            <p:grpSpPr>
              <a:xfrm>
                <a:off x="3671693" y="5654571"/>
                <a:ext cx="2843204" cy="959886"/>
                <a:chOff x="3654728" y="5704557"/>
                <a:chExt cx="2843204" cy="959886"/>
              </a:xfrm>
            </p:grpSpPr>
            <p:grpSp>
              <p:nvGrpSpPr>
                <p:cNvPr id="37" name="Grupo 36">
                  <a:extLst>
                    <a:ext uri="{FF2B5EF4-FFF2-40B4-BE49-F238E27FC236}">
                      <a16:creationId xmlns:a16="http://schemas.microsoft.com/office/drawing/2014/main" id="{47C14777-8E24-42CE-A873-2DF1486A4C6E}"/>
                    </a:ext>
                  </a:extLst>
                </p:cNvPr>
                <p:cNvGrpSpPr/>
                <p:nvPr/>
              </p:nvGrpSpPr>
              <p:grpSpPr>
                <a:xfrm>
                  <a:off x="3654728" y="5751289"/>
                  <a:ext cx="2175221" cy="913154"/>
                  <a:chOff x="2152289" y="5805948"/>
                  <a:chExt cx="2175221" cy="913154"/>
                </a:xfrm>
              </p:grpSpPr>
              <p:sp>
                <p:nvSpPr>
                  <p:cNvPr id="22" name="Forma libre: forma 21">
                    <a:extLst>
                      <a:ext uri="{FF2B5EF4-FFF2-40B4-BE49-F238E27FC236}">
                        <a16:creationId xmlns:a16="http://schemas.microsoft.com/office/drawing/2014/main" id="{C7BA343D-535B-4C86-9FC2-85E29BE9FEFD}"/>
                      </a:ext>
                    </a:extLst>
                  </p:cNvPr>
                  <p:cNvSpPr/>
                  <p:nvPr/>
                </p:nvSpPr>
                <p:spPr>
                  <a:xfrm>
                    <a:off x="2597626" y="591112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Centrarse en lo básico</a:t>
                    </a:r>
                    <a:endParaRPr lang="es-ES" sz="1100" b="1" dirty="0"/>
                  </a:p>
                </p:txBody>
              </p:sp>
              <p:sp>
                <p:nvSpPr>
                  <p:cNvPr id="23" name="Forma libre: forma 22">
                    <a:extLst>
                      <a:ext uri="{FF2B5EF4-FFF2-40B4-BE49-F238E27FC236}">
                        <a16:creationId xmlns:a16="http://schemas.microsoft.com/office/drawing/2014/main" id="{72409CAC-B87A-440B-A2D1-E80FFFF01D80}"/>
                      </a:ext>
                    </a:extLst>
                  </p:cNvPr>
                  <p:cNvSpPr/>
                  <p:nvPr/>
                </p:nvSpPr>
                <p:spPr>
                  <a:xfrm>
                    <a:off x="2361648" y="6302917"/>
                    <a:ext cx="1965862" cy="416185"/>
                  </a:xfrm>
                  <a:custGeom>
                    <a:avLst/>
                    <a:gdLst>
                      <a:gd name="connsiteX0" fmla="*/ 0 w 2327022"/>
                      <a:gd name="connsiteY0" fmla="*/ 0 h 278048"/>
                      <a:gd name="connsiteX1" fmla="*/ 2327022 w 2327022"/>
                      <a:gd name="connsiteY1" fmla="*/ 0 h 278048"/>
                      <a:gd name="connsiteX2" fmla="*/ 2327022 w 2327022"/>
                      <a:gd name="connsiteY2" fmla="*/ 278048 h 278048"/>
                      <a:gd name="connsiteX3" fmla="*/ 0 w 2327022"/>
                      <a:gd name="connsiteY3" fmla="*/ 278048 h 278048"/>
                      <a:gd name="connsiteX4" fmla="*/ 0 w 2327022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27022" h="278048">
                        <a:moveTo>
                          <a:pt x="0" y="0"/>
                        </a:moveTo>
                        <a:lnTo>
                          <a:pt x="2327022" y="0"/>
                        </a:lnTo>
                        <a:lnTo>
                          <a:pt x="2327022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15875">
                    <a:noFill/>
                  </a:ln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Establecer criterios para realizar AUDITORIAS.</a:t>
                    </a:r>
                  </a:p>
                </p:txBody>
              </p:sp>
              <p:pic>
                <p:nvPicPr>
                  <p:cNvPr id="13321" name="Gráfico 13320" descr="Cámara">
                    <a:extLst>
                      <a:ext uri="{FF2B5EF4-FFF2-40B4-BE49-F238E27FC236}">
                        <a16:creationId xmlns:a16="http://schemas.microsoft.com/office/drawing/2014/main" id="{9082FF07-A933-4EEC-9192-4BF9DE653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52289" y="5805948"/>
                    <a:ext cx="605429" cy="58494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3317" name="Elipse 13316">
                  <a:extLst>
                    <a:ext uri="{FF2B5EF4-FFF2-40B4-BE49-F238E27FC236}">
                      <a16:creationId xmlns:a16="http://schemas.microsoft.com/office/drawing/2014/main" id="{B899167C-011D-4E56-8A2D-99B8E539362C}"/>
                    </a:ext>
                  </a:extLst>
                </p:cNvPr>
                <p:cNvSpPr/>
                <p:nvPr/>
              </p:nvSpPr>
              <p:spPr>
                <a:xfrm>
                  <a:off x="5777932" y="5704557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1</a:t>
                  </a:r>
                </a:p>
              </p:txBody>
            </p:sp>
          </p:grpSp>
          <p:grpSp>
            <p:nvGrpSpPr>
              <p:cNvPr id="13322" name="Grupo 13321">
                <a:extLst>
                  <a:ext uri="{FF2B5EF4-FFF2-40B4-BE49-F238E27FC236}">
                    <a16:creationId xmlns:a16="http://schemas.microsoft.com/office/drawing/2014/main" id="{703F635C-44BA-4098-AD72-EE5C15054BDB}"/>
                  </a:ext>
                </a:extLst>
              </p:cNvPr>
              <p:cNvGrpSpPr/>
              <p:nvPr/>
            </p:nvGrpSpPr>
            <p:grpSpPr>
              <a:xfrm>
                <a:off x="3655239" y="4351321"/>
                <a:ext cx="2870548" cy="933151"/>
                <a:chOff x="3642630" y="4417939"/>
                <a:chExt cx="2870548" cy="933151"/>
              </a:xfrm>
            </p:grpSpPr>
            <p:grpSp>
              <p:nvGrpSpPr>
                <p:cNvPr id="89" name="Grupo 88">
                  <a:extLst>
                    <a:ext uri="{FF2B5EF4-FFF2-40B4-BE49-F238E27FC236}">
                      <a16:creationId xmlns:a16="http://schemas.microsoft.com/office/drawing/2014/main" id="{271345DC-724F-4FAA-873E-4146607BF385}"/>
                    </a:ext>
                  </a:extLst>
                </p:cNvPr>
                <p:cNvGrpSpPr/>
                <p:nvPr/>
              </p:nvGrpSpPr>
              <p:grpSpPr>
                <a:xfrm>
                  <a:off x="3642630" y="4569847"/>
                  <a:ext cx="2181172" cy="781243"/>
                  <a:chOff x="6485060" y="5166184"/>
                  <a:chExt cx="2181172" cy="781243"/>
                </a:xfrm>
              </p:grpSpPr>
              <p:sp>
                <p:nvSpPr>
                  <p:cNvPr id="13312" name="Forma libre: forma 13311">
                    <a:extLst>
                      <a:ext uri="{FF2B5EF4-FFF2-40B4-BE49-F238E27FC236}">
                        <a16:creationId xmlns:a16="http://schemas.microsoft.com/office/drawing/2014/main" id="{F4D47F74-E46C-44AA-901B-EB4C9CB7E248}"/>
                      </a:ext>
                    </a:extLst>
                  </p:cNvPr>
                  <p:cNvSpPr/>
                  <p:nvPr/>
                </p:nvSpPr>
                <p:spPr>
                  <a:xfrm>
                    <a:off x="6485060" y="5555223"/>
                    <a:ext cx="2181172" cy="392204"/>
                  </a:xfrm>
                  <a:custGeom>
                    <a:avLst/>
                    <a:gdLst>
                      <a:gd name="connsiteX0" fmla="*/ 0 w 663873"/>
                      <a:gd name="connsiteY0" fmla="*/ 0 h 278048"/>
                      <a:gd name="connsiteX1" fmla="*/ 663873 w 663873"/>
                      <a:gd name="connsiteY1" fmla="*/ 0 h 278048"/>
                      <a:gd name="connsiteX2" fmla="*/ 663873 w 663873"/>
                      <a:gd name="connsiteY2" fmla="*/ 278048 h 278048"/>
                      <a:gd name="connsiteX3" fmla="*/ 0 w 663873"/>
                      <a:gd name="connsiteY3" fmla="*/ 278048 h 278048"/>
                      <a:gd name="connsiteX4" fmla="*/ 0 w 66387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3873" h="278048">
                        <a:moveTo>
                          <a:pt x="0" y="0"/>
                        </a:moveTo>
                        <a:lnTo>
                          <a:pt x="663873" y="0"/>
                        </a:lnTo>
                        <a:lnTo>
                          <a:pt x="66387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Hacer fotos generales y detalle del estado actual.</a:t>
                    </a:r>
                  </a:p>
                </p:txBody>
              </p:sp>
              <p:sp>
                <p:nvSpPr>
                  <p:cNvPr id="31" name="Forma libre: forma 30">
                    <a:extLst>
                      <a:ext uri="{FF2B5EF4-FFF2-40B4-BE49-F238E27FC236}">
                        <a16:creationId xmlns:a16="http://schemas.microsoft.com/office/drawing/2014/main" id="{9086448A-468E-44A9-9550-C93DE1D7E45F}"/>
                      </a:ext>
                    </a:extLst>
                  </p:cNvPr>
                  <p:cNvSpPr/>
                  <p:nvPr/>
                </p:nvSpPr>
                <p:spPr>
                  <a:xfrm>
                    <a:off x="6960596" y="516618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Pruebas gráficas</a:t>
                    </a:r>
                    <a:endParaRPr lang="es-ES" sz="1100" dirty="0"/>
                  </a:p>
                </p:txBody>
              </p:sp>
            </p:grpSp>
            <p:sp>
              <p:nvSpPr>
                <p:cNvPr id="119" name="Elipse 118">
                  <a:extLst>
                    <a:ext uri="{FF2B5EF4-FFF2-40B4-BE49-F238E27FC236}">
                      <a16:creationId xmlns:a16="http://schemas.microsoft.com/office/drawing/2014/main" id="{03D0694C-4773-4D60-8C2B-2A4233DE9918}"/>
                    </a:ext>
                  </a:extLst>
                </p:cNvPr>
                <p:cNvSpPr/>
                <p:nvPr/>
              </p:nvSpPr>
              <p:spPr>
                <a:xfrm>
                  <a:off x="5793178" y="4417939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2</a:t>
                  </a:r>
                </a:p>
              </p:txBody>
            </p:sp>
          </p:grpSp>
          <p:grpSp>
            <p:nvGrpSpPr>
              <p:cNvPr id="13326" name="Grupo 13325">
                <a:extLst>
                  <a:ext uri="{FF2B5EF4-FFF2-40B4-BE49-F238E27FC236}">
                    <a16:creationId xmlns:a16="http://schemas.microsoft.com/office/drawing/2014/main" id="{584EF1E9-B784-4BED-BE18-CFDA10468534}"/>
                  </a:ext>
                </a:extLst>
              </p:cNvPr>
              <p:cNvGrpSpPr/>
              <p:nvPr/>
            </p:nvGrpSpPr>
            <p:grpSpPr>
              <a:xfrm>
                <a:off x="3757347" y="3115149"/>
                <a:ext cx="2757550" cy="979291"/>
                <a:chOff x="3757347" y="3171206"/>
                <a:chExt cx="2757550" cy="979291"/>
              </a:xfrm>
            </p:grpSpPr>
            <p:grpSp>
              <p:nvGrpSpPr>
                <p:cNvPr id="93" name="Grupo 92">
                  <a:extLst>
                    <a:ext uri="{FF2B5EF4-FFF2-40B4-BE49-F238E27FC236}">
                      <a16:creationId xmlns:a16="http://schemas.microsoft.com/office/drawing/2014/main" id="{35A39CA1-6250-464D-9051-A4C005E656B1}"/>
                    </a:ext>
                  </a:extLst>
                </p:cNvPr>
                <p:cNvGrpSpPr/>
                <p:nvPr/>
              </p:nvGrpSpPr>
              <p:grpSpPr>
                <a:xfrm>
                  <a:off x="3757347" y="3318127"/>
                  <a:ext cx="2006464" cy="832370"/>
                  <a:chOff x="6753130" y="3689141"/>
                  <a:chExt cx="2006464" cy="832370"/>
                </a:xfrm>
              </p:grpSpPr>
              <p:sp>
                <p:nvSpPr>
                  <p:cNvPr id="29" name="Forma libre: forma 28">
                    <a:extLst>
                      <a:ext uri="{FF2B5EF4-FFF2-40B4-BE49-F238E27FC236}">
                        <a16:creationId xmlns:a16="http://schemas.microsoft.com/office/drawing/2014/main" id="{E52A507A-984E-4A0E-81C9-15C41BF221CC}"/>
                      </a:ext>
                    </a:extLst>
                  </p:cNvPr>
                  <p:cNvSpPr/>
                  <p:nvPr/>
                </p:nvSpPr>
                <p:spPr>
                  <a:xfrm>
                    <a:off x="6753130" y="4105326"/>
                    <a:ext cx="2006464" cy="416185"/>
                  </a:xfrm>
                  <a:custGeom>
                    <a:avLst/>
                    <a:gdLst>
                      <a:gd name="connsiteX0" fmla="*/ 0 w 921843"/>
                      <a:gd name="connsiteY0" fmla="*/ 0 h 278048"/>
                      <a:gd name="connsiteX1" fmla="*/ 921843 w 921843"/>
                      <a:gd name="connsiteY1" fmla="*/ 0 h 278048"/>
                      <a:gd name="connsiteX2" fmla="*/ 921843 w 921843"/>
                      <a:gd name="connsiteY2" fmla="*/ 278048 h 278048"/>
                      <a:gd name="connsiteX3" fmla="*/ 0 w 921843"/>
                      <a:gd name="connsiteY3" fmla="*/ 278048 h 278048"/>
                      <a:gd name="connsiteX4" fmla="*/ 0 w 92184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21843" h="278048">
                        <a:moveTo>
                          <a:pt x="0" y="0"/>
                        </a:moveTo>
                        <a:lnTo>
                          <a:pt x="921843" y="0"/>
                        </a:lnTo>
                        <a:lnTo>
                          <a:pt x="92184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Validar con el equipo las inspecciones.</a:t>
                    </a:r>
                  </a:p>
                </p:txBody>
              </p:sp>
              <p:sp>
                <p:nvSpPr>
                  <p:cNvPr id="28" name="Forma libre: forma 27">
                    <a:extLst>
                      <a:ext uri="{FF2B5EF4-FFF2-40B4-BE49-F238E27FC236}">
                        <a16:creationId xmlns:a16="http://schemas.microsoft.com/office/drawing/2014/main" id="{F6D5C16E-F999-4F6B-9852-9F0019674D39}"/>
                      </a:ext>
                    </a:extLst>
                  </p:cNvPr>
                  <p:cNvSpPr/>
                  <p:nvPr/>
                </p:nvSpPr>
                <p:spPr>
                  <a:xfrm>
                    <a:off x="7119448" y="368914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Validar las auditorias.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0" name="Elipse 119">
                  <a:extLst>
                    <a:ext uri="{FF2B5EF4-FFF2-40B4-BE49-F238E27FC236}">
                      <a16:creationId xmlns:a16="http://schemas.microsoft.com/office/drawing/2014/main" id="{4716A35B-94ED-4DFB-8BA9-258400BA1E1C}"/>
                    </a:ext>
                  </a:extLst>
                </p:cNvPr>
                <p:cNvSpPr/>
                <p:nvPr/>
              </p:nvSpPr>
              <p:spPr>
                <a:xfrm>
                  <a:off x="5794897" y="3171206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3</a:t>
                  </a:r>
                </a:p>
              </p:txBody>
            </p:sp>
          </p:grpSp>
          <p:grpSp>
            <p:nvGrpSpPr>
              <p:cNvPr id="13328" name="Grupo 13327">
                <a:extLst>
                  <a:ext uri="{FF2B5EF4-FFF2-40B4-BE49-F238E27FC236}">
                    <a16:creationId xmlns:a16="http://schemas.microsoft.com/office/drawing/2014/main" id="{EE3909BD-A872-4BAB-BF61-C3CB68772F92}"/>
                  </a:ext>
                </a:extLst>
              </p:cNvPr>
              <p:cNvGrpSpPr/>
              <p:nvPr/>
            </p:nvGrpSpPr>
            <p:grpSpPr>
              <a:xfrm>
                <a:off x="3783257" y="1924473"/>
                <a:ext cx="2742871" cy="978114"/>
                <a:chOff x="3756659" y="1924473"/>
                <a:chExt cx="2742871" cy="978114"/>
              </a:xfrm>
            </p:grpSpPr>
            <p:grpSp>
              <p:nvGrpSpPr>
                <p:cNvPr id="91" name="Grupo 90">
                  <a:extLst>
                    <a:ext uri="{FF2B5EF4-FFF2-40B4-BE49-F238E27FC236}">
                      <a16:creationId xmlns:a16="http://schemas.microsoft.com/office/drawing/2014/main" id="{BE564AFE-62D2-45C2-A501-778AC51AC4A6}"/>
                    </a:ext>
                  </a:extLst>
                </p:cNvPr>
                <p:cNvGrpSpPr/>
                <p:nvPr/>
              </p:nvGrpSpPr>
              <p:grpSpPr>
                <a:xfrm>
                  <a:off x="3756659" y="2077478"/>
                  <a:ext cx="2056929" cy="825109"/>
                  <a:chOff x="6626106" y="3920131"/>
                  <a:chExt cx="2056929" cy="825109"/>
                </a:xfrm>
              </p:grpSpPr>
              <p:sp>
                <p:nvSpPr>
                  <p:cNvPr id="13318" name="Forma libre: forma 13317">
                    <a:extLst>
                      <a:ext uri="{FF2B5EF4-FFF2-40B4-BE49-F238E27FC236}">
                        <a16:creationId xmlns:a16="http://schemas.microsoft.com/office/drawing/2014/main" id="{438E0A27-8F9B-434F-9088-FF3B05E6FAAB}"/>
                      </a:ext>
                    </a:extLst>
                  </p:cNvPr>
                  <p:cNvSpPr/>
                  <p:nvPr/>
                </p:nvSpPr>
                <p:spPr>
                  <a:xfrm>
                    <a:off x="6626106" y="4329055"/>
                    <a:ext cx="2056929" cy="416185"/>
                  </a:xfrm>
                  <a:custGeom>
                    <a:avLst/>
                    <a:gdLst>
                      <a:gd name="connsiteX0" fmla="*/ 0 w 520014"/>
                      <a:gd name="connsiteY0" fmla="*/ 0 h 278048"/>
                      <a:gd name="connsiteX1" fmla="*/ 520014 w 520014"/>
                      <a:gd name="connsiteY1" fmla="*/ 0 h 278048"/>
                      <a:gd name="connsiteX2" fmla="*/ 520014 w 520014"/>
                      <a:gd name="connsiteY2" fmla="*/ 278048 h 278048"/>
                      <a:gd name="connsiteX3" fmla="*/ 0 w 520014"/>
                      <a:gd name="connsiteY3" fmla="*/ 278048 h 278048"/>
                      <a:gd name="connsiteX4" fmla="*/ 0 w 520014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0014" h="278048">
                        <a:moveTo>
                          <a:pt x="0" y="0"/>
                        </a:moveTo>
                        <a:lnTo>
                          <a:pt x="520014" y="0"/>
                        </a:lnTo>
                        <a:lnTo>
                          <a:pt x="520014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2222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Programar las inspecciones.</a:t>
                    </a:r>
                  </a:p>
                </p:txBody>
              </p:sp>
              <p:sp>
                <p:nvSpPr>
                  <p:cNvPr id="13315" name="Forma libre: forma 13314">
                    <a:extLst>
                      <a:ext uri="{FF2B5EF4-FFF2-40B4-BE49-F238E27FC236}">
                        <a16:creationId xmlns:a16="http://schemas.microsoft.com/office/drawing/2014/main" id="{9703391F-DDD2-4B1D-AE89-C0658BB08091}"/>
                      </a:ext>
                    </a:extLst>
                  </p:cNvPr>
                  <p:cNvSpPr/>
                  <p:nvPr/>
                </p:nvSpPr>
                <p:spPr>
                  <a:xfrm>
                    <a:off x="6966095" y="392013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Programar las inspecciones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3" name="Elipse 122">
                  <a:extLst>
                    <a:ext uri="{FF2B5EF4-FFF2-40B4-BE49-F238E27FC236}">
                      <a16:creationId xmlns:a16="http://schemas.microsoft.com/office/drawing/2014/main" id="{41D9A071-FEA6-4246-A798-BAA25C0EA51C}"/>
                    </a:ext>
                  </a:extLst>
                </p:cNvPr>
                <p:cNvSpPr/>
                <p:nvPr/>
              </p:nvSpPr>
              <p:spPr>
                <a:xfrm>
                  <a:off x="5779530" y="1924473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4</a:t>
                  </a:r>
                </a:p>
              </p:txBody>
            </p:sp>
          </p:grpSp>
          <p:grpSp>
            <p:nvGrpSpPr>
              <p:cNvPr id="13330" name="Grupo 13329">
                <a:extLst>
                  <a:ext uri="{FF2B5EF4-FFF2-40B4-BE49-F238E27FC236}">
                    <a16:creationId xmlns:a16="http://schemas.microsoft.com/office/drawing/2014/main" id="{74B75AA9-C6D3-4F89-BFF7-813E7C73CA33}"/>
                  </a:ext>
                </a:extLst>
              </p:cNvPr>
              <p:cNvGrpSpPr/>
              <p:nvPr/>
            </p:nvGrpSpPr>
            <p:grpSpPr>
              <a:xfrm>
                <a:off x="3632349" y="715085"/>
                <a:ext cx="2852494" cy="1020192"/>
                <a:chOff x="3605751" y="715085"/>
                <a:chExt cx="2852494" cy="1020192"/>
              </a:xfrm>
            </p:grpSpPr>
            <p:grpSp>
              <p:nvGrpSpPr>
                <p:cNvPr id="95" name="Grupo 94">
                  <a:extLst>
                    <a:ext uri="{FF2B5EF4-FFF2-40B4-BE49-F238E27FC236}">
                      <a16:creationId xmlns:a16="http://schemas.microsoft.com/office/drawing/2014/main" id="{D0367652-BF4F-4EBC-9648-A83038F1B9EB}"/>
                    </a:ext>
                  </a:extLst>
                </p:cNvPr>
                <p:cNvGrpSpPr/>
                <p:nvPr/>
              </p:nvGrpSpPr>
              <p:grpSpPr>
                <a:xfrm>
                  <a:off x="3605751" y="881560"/>
                  <a:ext cx="2225474" cy="853717"/>
                  <a:chOff x="6696032" y="984088"/>
                  <a:chExt cx="2225474" cy="853717"/>
                </a:xfrm>
              </p:grpSpPr>
              <p:sp>
                <p:nvSpPr>
                  <p:cNvPr id="26" name="Forma libre: forma 25">
                    <a:extLst>
                      <a:ext uri="{FF2B5EF4-FFF2-40B4-BE49-F238E27FC236}">
                        <a16:creationId xmlns:a16="http://schemas.microsoft.com/office/drawing/2014/main" id="{1ADC554E-63EC-44E4-900A-F9BFB2A3D5CE}"/>
                      </a:ext>
                    </a:extLst>
                  </p:cNvPr>
                  <p:cNvSpPr/>
                  <p:nvPr/>
                </p:nvSpPr>
                <p:spPr>
                  <a:xfrm>
                    <a:off x="6696032" y="1421620"/>
                    <a:ext cx="2225474" cy="416185"/>
                  </a:xfrm>
                  <a:custGeom>
                    <a:avLst/>
                    <a:gdLst>
                      <a:gd name="connsiteX0" fmla="*/ 0 w 2002486"/>
                      <a:gd name="connsiteY0" fmla="*/ 0 h 278048"/>
                      <a:gd name="connsiteX1" fmla="*/ 2002486 w 2002486"/>
                      <a:gd name="connsiteY1" fmla="*/ 0 h 278048"/>
                      <a:gd name="connsiteX2" fmla="*/ 2002486 w 2002486"/>
                      <a:gd name="connsiteY2" fmla="*/ 278048 h 278048"/>
                      <a:gd name="connsiteX3" fmla="*/ 0 w 2002486"/>
                      <a:gd name="connsiteY3" fmla="*/ 278048 h 278048"/>
                      <a:gd name="connsiteX4" fmla="*/ 0 w 2002486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02486" h="278048">
                        <a:moveTo>
                          <a:pt x="0" y="0"/>
                        </a:moveTo>
                        <a:lnTo>
                          <a:pt x="2002486" y="0"/>
                        </a:lnTo>
                        <a:lnTo>
                          <a:pt x="2002486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t" anchorCtr="0">
                    <a:noAutofit/>
                  </a:bodyPr>
                  <a:lstStyle/>
                  <a:p>
                    <a:pPr marL="0" lvl="1"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15000"/>
                      </a:spcAft>
                    </a:pPr>
                    <a:r>
                      <a:rPr lang="es-ES" sz="1100" dirty="0"/>
                      <a:t>Revisamos lo que hemos hecho.</a:t>
                    </a:r>
                  </a:p>
                </p:txBody>
              </p:sp>
              <p:sp>
                <p:nvSpPr>
                  <p:cNvPr id="25" name="Forma libre: forma 24">
                    <a:extLst>
                      <a:ext uri="{FF2B5EF4-FFF2-40B4-BE49-F238E27FC236}">
                        <a16:creationId xmlns:a16="http://schemas.microsoft.com/office/drawing/2014/main" id="{460EE735-9083-457B-BEBA-D4BC4A50B0FC}"/>
                      </a:ext>
                    </a:extLst>
                  </p:cNvPr>
                  <p:cNvSpPr/>
                  <p:nvPr/>
                </p:nvSpPr>
                <p:spPr>
                  <a:xfrm>
                    <a:off x="7153416" y="984088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 Mantén y mejora.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5" name="Elipse 124">
                  <a:extLst>
                    <a:ext uri="{FF2B5EF4-FFF2-40B4-BE49-F238E27FC236}">
                      <a16:creationId xmlns:a16="http://schemas.microsoft.com/office/drawing/2014/main" id="{0A112F63-86D2-4ECA-88C1-4A0AE36BA441}"/>
                    </a:ext>
                  </a:extLst>
                </p:cNvPr>
                <p:cNvSpPr/>
                <p:nvPr/>
              </p:nvSpPr>
              <p:spPr>
                <a:xfrm>
                  <a:off x="5738245" y="715085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5</a:t>
                  </a:r>
                </a:p>
              </p:txBody>
            </p:sp>
          </p:grpSp>
        </p:grpSp>
        <p:pic>
          <p:nvPicPr>
            <p:cNvPr id="182" name="Gráfico 181" descr="Preguntas">
              <a:extLst>
                <a:ext uri="{FF2B5EF4-FFF2-40B4-BE49-F238E27FC236}">
                  <a16:creationId xmlns:a16="http://schemas.microsoft.com/office/drawing/2014/main" id="{05208929-7E17-4F1F-A26A-4929A041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2733" y="4437444"/>
              <a:ext cx="559706" cy="540771"/>
            </a:xfrm>
            <a:prstGeom prst="rect">
              <a:avLst/>
            </a:prstGeom>
          </p:spPr>
        </p:pic>
        <p:pic>
          <p:nvPicPr>
            <p:cNvPr id="183" name="Gráfico 182" descr="Lista RTL">
              <a:extLst>
                <a:ext uri="{FF2B5EF4-FFF2-40B4-BE49-F238E27FC236}">
                  <a16:creationId xmlns:a16="http://schemas.microsoft.com/office/drawing/2014/main" id="{59F85B18-1753-43FC-977B-203A6A2F8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018" y="862425"/>
              <a:ext cx="510605" cy="493333"/>
            </a:xfrm>
            <a:prstGeom prst="rect">
              <a:avLst/>
            </a:prstGeom>
          </p:spPr>
        </p:pic>
      </p:grpSp>
      <p:cxnSp>
        <p:nvCxnSpPr>
          <p:cNvPr id="293" name="Conector recto de flecha 292">
            <a:extLst>
              <a:ext uri="{FF2B5EF4-FFF2-40B4-BE49-F238E27FC236}">
                <a16:creationId xmlns:a16="http://schemas.microsoft.com/office/drawing/2014/main" id="{87AF3BE6-1174-47D6-A8D0-273D91AD2F3D}"/>
              </a:ext>
            </a:extLst>
          </p:cNvPr>
          <p:cNvCxnSpPr>
            <a:cxnSpLocks/>
          </p:cNvCxnSpPr>
          <p:nvPr/>
        </p:nvCxnSpPr>
        <p:spPr>
          <a:xfrm flipH="1" flipV="1">
            <a:off x="7972805" y="6290846"/>
            <a:ext cx="3442" cy="30587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CAB3AD7B-EB22-4407-9219-76544863417D}"/>
              </a:ext>
            </a:extLst>
          </p:cNvPr>
          <p:cNvCxnSpPr>
            <a:cxnSpLocks/>
          </p:cNvCxnSpPr>
          <p:nvPr/>
        </p:nvCxnSpPr>
        <p:spPr>
          <a:xfrm flipH="1" flipV="1">
            <a:off x="7965527" y="5217298"/>
            <a:ext cx="7279" cy="2623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Gráfico 161" descr="Signo de pulgar hacia arriba">
            <a:extLst>
              <a:ext uri="{FF2B5EF4-FFF2-40B4-BE49-F238E27FC236}">
                <a16:creationId xmlns:a16="http://schemas.microsoft.com/office/drawing/2014/main" id="{A04BF0C7-B4E1-4E50-9E38-CFE3EFB087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4069" y="1696374"/>
            <a:ext cx="914400" cy="914400"/>
          </a:xfrm>
          <a:prstGeom prst="rect">
            <a:avLst/>
          </a:prstGeom>
        </p:spPr>
      </p:pic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B0F7D1DE-F8F5-445F-A965-48BD5AE03ACE}"/>
              </a:ext>
            </a:extLst>
          </p:cNvPr>
          <p:cNvCxnSpPr>
            <a:cxnSpLocks/>
            <a:endCxn id="162" idx="1"/>
          </p:cNvCxnSpPr>
          <p:nvPr/>
        </p:nvCxnSpPr>
        <p:spPr>
          <a:xfrm flipV="1">
            <a:off x="5029201" y="2153574"/>
            <a:ext cx="854869" cy="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DDF9D68-1F84-4B92-BED2-4121DA6FA6A8}"/>
              </a:ext>
            </a:extLst>
          </p:cNvPr>
          <p:cNvGrpSpPr/>
          <p:nvPr/>
        </p:nvGrpSpPr>
        <p:grpSpPr>
          <a:xfrm>
            <a:off x="3586855" y="5284721"/>
            <a:ext cx="4838698" cy="1137162"/>
            <a:chOff x="3586855" y="4296718"/>
            <a:chExt cx="4838698" cy="1137162"/>
          </a:xfrm>
        </p:grpSpPr>
        <p:cxnSp>
          <p:nvCxnSpPr>
            <p:cNvPr id="393" name="Conector recto de flecha 392">
              <a:extLst>
                <a:ext uri="{FF2B5EF4-FFF2-40B4-BE49-F238E27FC236}">
                  <a16:creationId xmlns:a16="http://schemas.microsoft.com/office/drawing/2014/main" id="{8AAD165A-2F57-4D34-B090-0742874722B3}"/>
                </a:ext>
              </a:extLst>
            </p:cNvPr>
            <p:cNvCxnSpPr>
              <a:cxnSpLocks/>
              <a:stCxn id="177" idx="1"/>
            </p:cNvCxnSpPr>
            <p:nvPr/>
          </p:nvCxnSpPr>
          <p:spPr>
            <a:xfrm flipH="1" flipV="1">
              <a:off x="7175558" y="4834178"/>
              <a:ext cx="415987" cy="414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AC6D70C0-5583-410D-987C-DD7F2FBF2F56}"/>
                </a:ext>
              </a:extLst>
            </p:cNvPr>
            <p:cNvGrpSpPr/>
            <p:nvPr/>
          </p:nvGrpSpPr>
          <p:grpSpPr>
            <a:xfrm>
              <a:off x="3586855" y="4296718"/>
              <a:ext cx="4838698" cy="1137162"/>
              <a:chOff x="3586855" y="4296718"/>
              <a:chExt cx="4838698" cy="1137162"/>
            </a:xfrm>
          </p:grpSpPr>
          <p:grpSp>
            <p:nvGrpSpPr>
              <p:cNvPr id="141" name="Grupo 140">
                <a:extLst>
                  <a:ext uri="{FF2B5EF4-FFF2-40B4-BE49-F238E27FC236}">
                    <a16:creationId xmlns:a16="http://schemas.microsoft.com/office/drawing/2014/main" id="{BCCCDC4D-07AD-4FB5-86AD-E15A11BC9780}"/>
                  </a:ext>
                </a:extLst>
              </p:cNvPr>
              <p:cNvGrpSpPr/>
              <p:nvPr/>
            </p:nvGrpSpPr>
            <p:grpSpPr>
              <a:xfrm>
                <a:off x="5854174" y="4296718"/>
                <a:ext cx="1264328" cy="1137162"/>
                <a:chOff x="6717706" y="5463231"/>
                <a:chExt cx="1264328" cy="1137162"/>
              </a:xfrm>
            </p:grpSpPr>
            <p:grpSp>
              <p:nvGrpSpPr>
                <p:cNvPr id="108" name="Grupo 107">
                  <a:extLst>
                    <a:ext uri="{FF2B5EF4-FFF2-40B4-BE49-F238E27FC236}">
                      <a16:creationId xmlns:a16="http://schemas.microsoft.com/office/drawing/2014/main" id="{BD9C95BB-8CA0-4330-B1E2-6B62D61502BA}"/>
                    </a:ext>
                  </a:extLst>
                </p:cNvPr>
                <p:cNvGrpSpPr/>
                <p:nvPr/>
              </p:nvGrpSpPr>
              <p:grpSpPr>
                <a:xfrm>
                  <a:off x="6717706" y="5463231"/>
                  <a:ext cx="1073907" cy="1137162"/>
                  <a:chOff x="4208397" y="2971800"/>
                  <a:chExt cx="820821" cy="914400"/>
                </a:xfrm>
              </p:grpSpPr>
              <p:pic>
                <p:nvPicPr>
                  <p:cNvPr id="106" name="Gráfico 105" descr="Nube">
                    <a:extLst>
                      <a:ext uri="{FF2B5EF4-FFF2-40B4-BE49-F238E27FC236}">
                        <a16:creationId xmlns:a16="http://schemas.microsoft.com/office/drawing/2014/main" id="{D4C26DD1-A08B-435E-B2E7-648375AF71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08397" y="2971800"/>
                    <a:ext cx="820821" cy="914400"/>
                  </a:xfrm>
                  <a:prstGeom prst="rect">
                    <a:avLst/>
                  </a:prstGeom>
                </p:spPr>
              </p:pic>
              <p:sp>
                <p:nvSpPr>
                  <p:cNvPr id="107" name="Flecha: hacia abajo 106">
                    <a:extLst>
                      <a:ext uri="{FF2B5EF4-FFF2-40B4-BE49-F238E27FC236}">
                        <a16:creationId xmlns:a16="http://schemas.microsoft.com/office/drawing/2014/main" id="{833FADE7-C66A-449A-BD29-EF5F89CEAAD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78069" y="3327497"/>
                    <a:ext cx="226307" cy="28066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118" name="Gráfico 117" descr="Imágenes">
                  <a:extLst>
                    <a:ext uri="{FF2B5EF4-FFF2-40B4-BE49-F238E27FC236}">
                      <a16:creationId xmlns:a16="http://schemas.microsoft.com/office/drawing/2014/main" id="{E17EE9D5-9B1B-43D4-9ED4-B3D4A84E7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19650452">
                  <a:off x="7465037" y="5703914"/>
                  <a:ext cx="516997" cy="516997"/>
                </a:xfrm>
                <a:prstGeom prst="rect">
                  <a:avLst/>
                </a:prstGeom>
              </p:spPr>
            </p:pic>
          </p:grpSp>
          <p:grpSp>
            <p:nvGrpSpPr>
              <p:cNvPr id="354" name="Grupo 353">
                <a:extLst>
                  <a:ext uri="{FF2B5EF4-FFF2-40B4-BE49-F238E27FC236}">
                    <a16:creationId xmlns:a16="http://schemas.microsoft.com/office/drawing/2014/main" id="{8D1328E3-3DD3-49C0-B3E6-0B4766524543}"/>
                  </a:ext>
                </a:extLst>
              </p:cNvPr>
              <p:cNvGrpSpPr/>
              <p:nvPr/>
            </p:nvGrpSpPr>
            <p:grpSpPr>
              <a:xfrm>
                <a:off x="7490044" y="4493496"/>
                <a:ext cx="935509" cy="798618"/>
                <a:chOff x="6151955" y="5614406"/>
                <a:chExt cx="935509" cy="798618"/>
              </a:xfrm>
            </p:grpSpPr>
            <p:pic>
              <p:nvPicPr>
                <p:cNvPr id="177" name="Gráfico 176" descr="Cámara">
                  <a:extLst>
                    <a:ext uri="{FF2B5EF4-FFF2-40B4-BE49-F238E27FC236}">
                      <a16:creationId xmlns:a16="http://schemas.microsoft.com/office/drawing/2014/main" id="{0687DDC0-B1BF-448A-85EF-FDD21E4DB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53456" y="5614406"/>
                  <a:ext cx="713793" cy="689646"/>
                </a:xfrm>
                <a:prstGeom prst="rect">
                  <a:avLst/>
                </a:prstGeom>
              </p:spPr>
            </p:pic>
            <p:sp>
              <p:nvSpPr>
                <p:cNvPr id="186" name="CuadroTexto 185">
                  <a:extLst>
                    <a:ext uri="{FF2B5EF4-FFF2-40B4-BE49-F238E27FC236}">
                      <a16:creationId xmlns:a16="http://schemas.microsoft.com/office/drawing/2014/main" id="{3F00B313-6542-45EB-854E-E243ECCD1982}"/>
                    </a:ext>
                  </a:extLst>
                </p:cNvPr>
                <p:cNvSpPr txBox="1"/>
                <p:nvPr/>
              </p:nvSpPr>
              <p:spPr>
                <a:xfrm>
                  <a:off x="6151955" y="6166803"/>
                  <a:ext cx="93550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000" b="1" dirty="0"/>
                    <a:t>HACER FOTOS</a:t>
                  </a:r>
                </a:p>
              </p:txBody>
            </p:sp>
          </p:grpSp>
          <p:sp>
            <p:nvSpPr>
              <p:cNvPr id="187" name="CuadroTexto 186">
                <a:extLst>
                  <a:ext uri="{FF2B5EF4-FFF2-40B4-BE49-F238E27FC236}">
                    <a16:creationId xmlns:a16="http://schemas.microsoft.com/office/drawing/2014/main" id="{83432A64-912E-4218-B3FD-3A9EB3139E98}"/>
                  </a:ext>
                </a:extLst>
              </p:cNvPr>
              <p:cNvSpPr txBox="1"/>
              <p:nvPr/>
            </p:nvSpPr>
            <p:spPr>
              <a:xfrm>
                <a:off x="5925363" y="5079459"/>
                <a:ext cx="9724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SUBIR FOTOS</a:t>
                </a:r>
              </a:p>
            </p:txBody>
          </p:sp>
          <p:cxnSp>
            <p:nvCxnSpPr>
              <p:cNvPr id="396" name="Conector recto de flecha 395">
                <a:extLst>
                  <a:ext uri="{FF2B5EF4-FFF2-40B4-BE49-F238E27FC236}">
                    <a16:creationId xmlns:a16="http://schemas.microsoft.com/office/drawing/2014/main" id="{BA37109B-AF8C-45FD-B23D-538A8A1A0178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3586855" y="4859004"/>
                <a:ext cx="2267318" cy="6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451D2343-4ACF-4839-8428-C0E015FA3DB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586856" y="7107380"/>
            <a:ext cx="4042515" cy="1463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89985D85-5C44-45C2-88BA-41CF7B8F6B44}"/>
              </a:ext>
            </a:extLst>
          </p:cNvPr>
          <p:cNvGrpSpPr/>
          <p:nvPr/>
        </p:nvGrpSpPr>
        <p:grpSpPr>
          <a:xfrm>
            <a:off x="4114800" y="1696674"/>
            <a:ext cx="914400" cy="914400"/>
            <a:chOff x="4114800" y="625905"/>
            <a:chExt cx="914400" cy="914400"/>
          </a:xfrm>
        </p:grpSpPr>
        <p:pic>
          <p:nvPicPr>
            <p:cNvPr id="166" name="Gráfico 165" descr="Lista de comprobación RTL">
              <a:extLst>
                <a:ext uri="{FF2B5EF4-FFF2-40B4-BE49-F238E27FC236}">
                  <a16:creationId xmlns:a16="http://schemas.microsoft.com/office/drawing/2014/main" id="{FAD6928F-687A-4F57-80BD-969CD413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114800" y="625905"/>
              <a:ext cx="914400" cy="914400"/>
            </a:xfrm>
            <a:prstGeom prst="rect">
              <a:avLst/>
            </a:prstGeom>
          </p:spPr>
        </p:pic>
        <p:pic>
          <p:nvPicPr>
            <p:cNvPr id="167" name="Gráfico 166" descr="Cámara">
              <a:extLst>
                <a:ext uri="{FF2B5EF4-FFF2-40B4-BE49-F238E27FC236}">
                  <a16:creationId xmlns:a16="http://schemas.microsoft.com/office/drawing/2014/main" id="{902FDEE6-9C5B-4D5D-BF93-AE32CE74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618053">
              <a:off x="4124399" y="893814"/>
              <a:ext cx="507598" cy="490426"/>
            </a:xfrm>
            <a:prstGeom prst="rect">
              <a:avLst/>
            </a:prstGeom>
          </p:spPr>
        </p:pic>
      </p:grp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447472C9-54C1-45B9-B43B-2D92AD015D62}"/>
              </a:ext>
            </a:extLst>
          </p:cNvPr>
          <p:cNvSpPr txBox="1"/>
          <p:nvPr/>
        </p:nvSpPr>
        <p:spPr>
          <a:xfrm>
            <a:off x="6132448" y="2063889"/>
            <a:ext cx="64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≥ 70</a:t>
            </a:r>
          </a:p>
        </p:txBody>
      </p:sp>
      <p:pic>
        <p:nvPicPr>
          <p:cNvPr id="128" name="Gráfico 127" descr="Lluvia de ideas de grupo">
            <a:extLst>
              <a:ext uri="{FF2B5EF4-FFF2-40B4-BE49-F238E27FC236}">
                <a16:creationId xmlns:a16="http://schemas.microsoft.com/office/drawing/2014/main" id="{77A8E6A6-01B3-4F61-BC65-472CE817A0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0407" y="3058793"/>
            <a:ext cx="584217" cy="584217"/>
          </a:xfrm>
          <a:prstGeom prst="rect">
            <a:avLst/>
          </a:prstGeom>
        </p:spPr>
      </p:pic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3800F5C7-0FF7-453D-A55B-6405A03B5B68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3586856" y="4574969"/>
            <a:ext cx="4069419" cy="162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4032482D-C3D9-44CC-80ED-77BC3C98D89D}"/>
              </a:ext>
            </a:extLst>
          </p:cNvPr>
          <p:cNvCxnSpPr>
            <a:cxnSpLocks/>
          </p:cNvCxnSpPr>
          <p:nvPr/>
        </p:nvCxnSpPr>
        <p:spPr>
          <a:xfrm flipH="1" flipV="1">
            <a:off x="7941163" y="3913655"/>
            <a:ext cx="7279" cy="2623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recto de flecha 158">
            <a:extLst>
              <a:ext uri="{FF2B5EF4-FFF2-40B4-BE49-F238E27FC236}">
                <a16:creationId xmlns:a16="http://schemas.microsoft.com/office/drawing/2014/main" id="{067FDE70-58FE-43DC-9C64-E033DAB50B6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561928" y="3334506"/>
            <a:ext cx="4037249" cy="119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02E4BEB-A109-4A9E-9A14-B7F71FF0898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9371" y="6770168"/>
            <a:ext cx="746057" cy="674422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A506E29-6C87-420F-872B-2561336D2F4F}"/>
              </a:ext>
            </a:extLst>
          </p:cNvPr>
          <p:cNvGrpSpPr/>
          <p:nvPr/>
        </p:nvGrpSpPr>
        <p:grpSpPr>
          <a:xfrm>
            <a:off x="7516192" y="4214969"/>
            <a:ext cx="972412" cy="860047"/>
            <a:chOff x="4767386" y="3079928"/>
            <a:chExt cx="972412" cy="860047"/>
          </a:xfrm>
        </p:grpSpPr>
        <p:pic>
          <p:nvPicPr>
            <p:cNvPr id="79" name="Gráfico 78" descr="Lista de comprobación RTL">
              <a:extLst>
                <a:ext uri="{FF2B5EF4-FFF2-40B4-BE49-F238E27FC236}">
                  <a16:creationId xmlns:a16="http://schemas.microsoft.com/office/drawing/2014/main" id="{A52AD4A9-4598-44BA-9815-A63495C16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907468" y="3079928"/>
              <a:ext cx="719999" cy="719999"/>
            </a:xfrm>
            <a:prstGeom prst="rect">
              <a:avLst/>
            </a:prstGeom>
          </p:spPr>
        </p:pic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85D5DAB7-C5E2-4D53-92EE-54FBF3A01F95}"/>
                </a:ext>
              </a:extLst>
            </p:cNvPr>
            <p:cNvSpPr txBox="1"/>
            <p:nvPr/>
          </p:nvSpPr>
          <p:spPr>
            <a:xfrm>
              <a:off x="4767386" y="3693754"/>
              <a:ext cx="9724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AUDITORIAS</a:t>
              </a:r>
            </a:p>
          </p:txBody>
        </p:sp>
      </p:grpSp>
      <p:pic>
        <p:nvPicPr>
          <p:cNvPr id="82" name="Gráfico 81" descr="Lista de comprobación RTL">
            <a:extLst>
              <a:ext uri="{FF2B5EF4-FFF2-40B4-BE49-F238E27FC236}">
                <a16:creationId xmlns:a16="http://schemas.microsoft.com/office/drawing/2014/main" id="{2CC9DDF7-2943-4224-89E2-B72A83A84A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8798" y="4274210"/>
            <a:ext cx="549447" cy="549447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CF6ADDCE-A472-4B96-9C13-F3720E0580B4}"/>
              </a:ext>
            </a:extLst>
          </p:cNvPr>
          <p:cNvGrpSpPr/>
          <p:nvPr/>
        </p:nvGrpSpPr>
        <p:grpSpPr>
          <a:xfrm>
            <a:off x="7493822" y="2986443"/>
            <a:ext cx="972412" cy="988783"/>
            <a:chOff x="5418715" y="2529378"/>
            <a:chExt cx="972412" cy="988783"/>
          </a:xfrm>
        </p:grpSpPr>
        <p:pic>
          <p:nvPicPr>
            <p:cNvPr id="12" name="Gráfico 11" descr="Calendario mensual">
              <a:extLst>
                <a:ext uri="{FF2B5EF4-FFF2-40B4-BE49-F238E27FC236}">
                  <a16:creationId xmlns:a16="http://schemas.microsoft.com/office/drawing/2014/main" id="{2CADC962-7D46-4877-ACF0-046CCFE3B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524069" y="2529378"/>
              <a:ext cx="719999" cy="719999"/>
            </a:xfrm>
            <a:prstGeom prst="rect">
              <a:avLst/>
            </a:prstGeom>
          </p:spPr>
        </p:pic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DBCA70F7-2887-4A84-AF49-E093DDDA4127}"/>
                </a:ext>
              </a:extLst>
            </p:cNvPr>
            <p:cNvSpPr txBox="1"/>
            <p:nvPr/>
          </p:nvSpPr>
          <p:spPr>
            <a:xfrm>
              <a:off x="5418715" y="3118051"/>
              <a:ext cx="97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PROGRAMAR AUDITORIAS</a:t>
              </a:r>
            </a:p>
          </p:txBody>
        </p: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16B7A0C1-C82D-49E3-9183-1AF37E1CB56E}"/>
              </a:ext>
            </a:extLst>
          </p:cNvPr>
          <p:cNvSpPr txBox="1"/>
          <p:nvPr/>
        </p:nvSpPr>
        <p:spPr>
          <a:xfrm>
            <a:off x="4085794" y="2510819"/>
            <a:ext cx="972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/>
              <a:t>1ª AUDITORIA INICIAL</a:t>
            </a:r>
          </a:p>
        </p:txBody>
      </p:sp>
      <p:pic>
        <p:nvPicPr>
          <p:cNvPr id="74" name="3 Imagen">
            <a:extLst>
              <a:ext uri="{FF2B5EF4-FFF2-40B4-BE49-F238E27FC236}">
                <a16:creationId xmlns:a16="http://schemas.microsoft.com/office/drawing/2014/main" id="{34988B57-1E0F-4249-9B83-3D9582678401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5" name="3 Imagen">
            <a:extLst>
              <a:ext uri="{FF2B5EF4-FFF2-40B4-BE49-F238E27FC236}">
                <a16:creationId xmlns:a16="http://schemas.microsoft.com/office/drawing/2014/main" id="{2C13F10F-55D6-40AE-909A-3C03E347000C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6" name="3 Imagen">
            <a:extLst>
              <a:ext uri="{FF2B5EF4-FFF2-40B4-BE49-F238E27FC236}">
                <a16:creationId xmlns:a16="http://schemas.microsoft.com/office/drawing/2014/main" id="{B2D7E099-2AB6-44AF-999A-0F4A89C5875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 Imagen">
            <a:extLst>
              <a:ext uri="{FF2B5EF4-FFF2-40B4-BE49-F238E27FC236}">
                <a16:creationId xmlns:a16="http://schemas.microsoft.com/office/drawing/2014/main" id="{186E5425-643F-471D-B0BC-60D4C4EFA8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ACB29243-37E6-4928-A1F3-42F43DFACC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3ECECC6-48EB-4DE0-BD72-660A5820F5C0}"/>
              </a:ext>
            </a:extLst>
          </p:cNvPr>
          <p:cNvSpPr txBox="1">
            <a:spLocks/>
          </p:cNvSpPr>
          <p:nvPr/>
        </p:nvSpPr>
        <p:spPr>
          <a:xfrm>
            <a:off x="1531345" y="2440148"/>
            <a:ext cx="568470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dirty="0"/>
              <a:t>CRONOGRAMA DE AUDITORIAS </a:t>
            </a:r>
          </a:p>
          <a:p>
            <a:pPr algn="ctr"/>
            <a:endParaRPr lang="es-ES" sz="2800" dirty="0"/>
          </a:p>
          <a:p>
            <a:pPr algn="ctr"/>
            <a:endParaRPr lang="es-ES" sz="2800" dirty="0"/>
          </a:p>
          <a:p>
            <a:pPr algn="ctr"/>
            <a:endParaRPr lang="es-ES" sz="2800" dirty="0"/>
          </a:p>
          <a:p>
            <a:pPr algn="ctr"/>
            <a:endParaRPr lang="es-ES" sz="2800" dirty="0"/>
          </a:p>
          <a:p>
            <a:pPr algn="ctr"/>
            <a:endParaRPr lang="es-ES" sz="2800" dirty="0"/>
          </a:p>
          <a:p>
            <a:pPr algn="ctr"/>
            <a:endParaRPr lang="es-ES" sz="2800" dirty="0"/>
          </a:p>
          <a:p>
            <a:pPr algn="ctr"/>
            <a:r>
              <a:rPr lang="es-ES" dirty="0"/>
              <a:t>FASE 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CCF8E95-1EF4-40BB-811D-11500EED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8B9F36BF-1EB2-425E-A9CD-303CAA6494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6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1. El objetivo de la 5ªS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todo este marcado igual.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lo que se este limpiando se vea.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Evaluar a las personas.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Mantener lo conseguido con las anteriores “S” haciendo las 5S como una forma cultural de trabajo.</a:t>
            </a:r>
          </a:p>
          <a:p>
            <a:pPr marL="457189" indent="-457189">
              <a:buFont typeface="+mj-lt"/>
              <a:buAutoNum type="alphaUcPeriod"/>
            </a:pP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AAA837C2-1A9A-47B8-A0F2-49FD7035F2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9ABF0E8-06C5-4E98-BA69-D7515FD2D6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C253CB-B8FC-403A-9625-0C05BC89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4C8B1AC3-A1DB-4F11-A4B7-9BBA113D0D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4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2. La 5ª S consiste en: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435419" cy="314464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Respetar lo que los demás hacen.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Ser disciplinado y metódico.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Llevar a cabo una serie de prácticas para que todo este en su sitio 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Tener el hábito y crear un ambiente de respeto a las normas y estándares establecidos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5A892464-30F0-4049-8262-EB12E480F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33D5E4B-A8F5-4739-9B97-3DA18AA8E1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704FCB-2BFB-40C5-A39D-CE041FC74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CCA419E0-98C4-4591-B176-0F13861723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3. Un criterio para realizar correctamente la 5ª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latin typeface="Calibri" panose="020F0502020204030204" pitchFamily="34" charset="0"/>
              </a:rPr>
              <a:t>Hacer visibles los resultados de las 5 </a:t>
            </a:r>
            <a:r>
              <a:rPr lang="es-ES" sz="2000" dirty="0" err="1">
                <a:latin typeface="Calibri" panose="020F0502020204030204" pitchFamily="34" charset="0"/>
              </a:rPr>
              <a:t>S´s</a:t>
            </a:r>
            <a:r>
              <a:rPr lang="es-ES" sz="2000" dirty="0">
                <a:latin typeface="Calibri" panose="020F0502020204030204" pitchFamily="34" charset="0"/>
              </a:rPr>
              <a:t>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Inventar lo mejor de lo mejor.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Comunicar a nivel personal los resultados obtenidos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Buscar lo solución más cara del mercado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8B33A22-8E0C-4C54-94E9-A40DD8291D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6F9986C-1D91-45DC-9765-448001DBC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C19C12DD-CCD4-42E6-AA1B-85A804A616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152400" y="8481810"/>
            <a:ext cx="9144000" cy="6813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013CFAF-31F9-4C96-8703-ACD83DBC3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61C31B68-3375-4261-A5DF-6F7F1C812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44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4. Unas de las ventajas de hacer la 5ª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Crear un ambiente de trabajo competitivo.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todo este marcado para las visitas.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Se eleva la motivación.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las personas trabajen más rápido.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E6C609E-88F0-4938-B696-28603AA4F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725D0DED-4FD1-4CB6-9872-4038AFBC60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066AA5-B4EA-4D38-A25D-1926FE6D7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DFC7B809-E8CC-45B2-AC00-242E114D1D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68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5. Marca la afirmación correcta sobre la 5ªS: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29" y="4038355"/>
            <a:ext cx="6787259" cy="2092032"/>
          </a:xfrm>
        </p:spPr>
        <p:txBody>
          <a:bodyPr>
            <a:normAutofit fontScale="92500" lnSpcReduction="20000"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La limpieza es inspección.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Sin disciplina y habito cualquier beneficio logrado en los primeros cuatro desaparece.”.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Ten sólo lo necesario en la cantidad correcta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El control visual es cualquier dispositivo de comunicación que nos indique el estado de algo con un solo vistazo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Un lugar para cada cosa, y cada cosa en su lugar.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6B9E31D-E2C2-431C-82DE-C81754A401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9C8A593-032F-4BB2-A03B-F26933F44E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3E60FE-4EE0-48E3-8D4F-988FED9DB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A5A44462-BF81-47B7-866D-9FAC3B42C5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3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3448969" y="1525965"/>
            <a:ext cx="4229788" cy="1739497"/>
          </a:xfrm>
        </p:spPr>
        <p:txBody>
          <a:bodyPr/>
          <a:lstStyle/>
          <a:p>
            <a:r>
              <a:rPr lang="es-ES" dirty="0"/>
              <a:t>Respuestas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51532" y="3409266"/>
            <a:ext cx="7886700" cy="571012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A</a:t>
            </a:r>
          </a:p>
          <a:p>
            <a:pPr>
              <a:buFont typeface="+mj-lt"/>
              <a:buAutoNum type="arabicPeriod"/>
            </a:pPr>
            <a:r>
              <a:rPr lang="es-ES" dirty="0"/>
              <a:t>C</a:t>
            </a:r>
          </a:p>
          <a:p>
            <a:pPr>
              <a:buFont typeface="+mj-lt"/>
              <a:buAutoNum type="arabicPeriod"/>
            </a:pPr>
            <a:r>
              <a:rPr lang="es-ES" dirty="0"/>
              <a:t>B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3 Imagen">
            <a:extLst>
              <a:ext uri="{FF2B5EF4-FFF2-40B4-BE49-F238E27FC236}">
                <a16:creationId xmlns:a16="http://schemas.microsoft.com/office/drawing/2014/main" id="{5AD1F465-9833-45A0-889A-E47EC35DC3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84843166-BFFC-4FCB-A715-6B3AD024B2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0A015B-42EA-4267-B74B-2DAE9F05F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FC909FD4-E662-4772-AD26-BD3956E47E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2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A14045-EB5D-4356-B30A-1C4F7C82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90" y="2519362"/>
            <a:ext cx="7458419" cy="3976007"/>
          </a:xfrm>
          <a:prstGeom prst="rect">
            <a:avLst/>
          </a:prstGeom>
        </p:spPr>
      </p:pic>
      <p:pic>
        <p:nvPicPr>
          <p:cNvPr id="5" name="3 Imagen">
            <a:extLst>
              <a:ext uri="{FF2B5EF4-FFF2-40B4-BE49-F238E27FC236}">
                <a16:creationId xmlns:a16="http://schemas.microsoft.com/office/drawing/2014/main" id="{186E5425-643F-471D-B0BC-60D4C4EFA8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ACB29243-37E6-4928-A1F3-42F43DFACC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3ECECC6-48EB-4DE0-BD72-660A5820F5C0}"/>
              </a:ext>
            </a:extLst>
          </p:cNvPr>
          <p:cNvSpPr txBox="1">
            <a:spLocks/>
          </p:cNvSpPr>
          <p:nvPr/>
        </p:nvSpPr>
        <p:spPr>
          <a:xfrm>
            <a:off x="2942193" y="1063040"/>
            <a:ext cx="288573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AUDITORIA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3C7472-FE47-4D94-BCC4-5B62B34E5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7" y="1257201"/>
            <a:ext cx="1784123" cy="215352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E6A41650-B93C-4645-90F2-D885010038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20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61743</TotalTime>
  <Words>739</Words>
  <Application>Microsoft Office PowerPoint</Application>
  <PresentationFormat>Personalizado</PresentationFormat>
  <Paragraphs>141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PTSansRegular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1. El objetivo de la 5ªS es:</vt:lpstr>
      <vt:lpstr>2. La 5ª S consiste en:</vt:lpstr>
      <vt:lpstr>3. Un criterio para realizar correctamente la 5ª S es:</vt:lpstr>
      <vt:lpstr>4. Unas de las ventajas de hacer la 5ª S es:</vt:lpstr>
      <vt:lpstr>5. Marca la afirmación correcta sobre la 5ªS:</vt:lpstr>
      <vt:lpstr>Respuestas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58433</dc:creator>
  <cp:lastModifiedBy>58433</cp:lastModifiedBy>
  <cp:revision>436</cp:revision>
  <cp:lastPrinted>2020-06-19T04:01:57Z</cp:lastPrinted>
  <dcterms:created xsi:type="dcterms:W3CDTF">2020-02-20T09:48:31Z</dcterms:created>
  <dcterms:modified xsi:type="dcterms:W3CDTF">2020-07-10T11:52:08Z</dcterms:modified>
</cp:coreProperties>
</file>