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2"/>
  </p:notesMasterIdLst>
  <p:sldIdLst>
    <p:sldId id="2067" r:id="rId2"/>
    <p:sldId id="2038" r:id="rId3"/>
    <p:sldId id="2106" r:id="rId4"/>
    <p:sldId id="2050" r:id="rId5"/>
    <p:sldId id="1991" r:id="rId6"/>
    <p:sldId id="1984" r:id="rId7"/>
    <p:sldId id="2040" r:id="rId8"/>
    <p:sldId id="2041" r:id="rId9"/>
    <p:sldId id="321" r:id="rId10"/>
    <p:sldId id="324" r:id="rId11"/>
    <p:sldId id="2068" r:id="rId12"/>
    <p:sldId id="2056" r:id="rId13"/>
    <p:sldId id="2051" r:id="rId14"/>
    <p:sldId id="2052" r:id="rId15"/>
    <p:sldId id="2053" r:id="rId16"/>
    <p:sldId id="2054" r:id="rId17"/>
    <p:sldId id="1997" r:id="rId18"/>
    <p:sldId id="2046" r:id="rId19"/>
    <p:sldId id="2048" r:id="rId20"/>
    <p:sldId id="2057" r:id="rId21"/>
    <p:sldId id="2058" r:id="rId22"/>
    <p:sldId id="2059" r:id="rId23"/>
    <p:sldId id="2060" r:id="rId24"/>
    <p:sldId id="2061" r:id="rId25"/>
    <p:sldId id="2062" r:id="rId26"/>
    <p:sldId id="2063" r:id="rId27"/>
    <p:sldId id="2064" r:id="rId28"/>
    <p:sldId id="2065" r:id="rId29"/>
    <p:sldId id="2066" r:id="rId30"/>
    <p:sldId id="2074" r:id="rId31"/>
  </p:sldIdLst>
  <p:sldSz cx="9144000" cy="8999538"/>
  <p:notesSz cx="6797675" cy="9926638"/>
  <p:defaultTextStyle>
    <a:defPPr>
      <a:defRPr lang="en-US"/>
    </a:defPPr>
    <a:lvl1pPr marL="0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02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204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307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409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511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613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715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6819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58433" initials="5" lastIdx="8" clrIdx="0">
    <p:extLst>
      <p:ext uri="{19B8F6BF-5375-455C-9EA6-DF929625EA0E}">
        <p15:presenceInfo xmlns:p15="http://schemas.microsoft.com/office/powerpoint/2012/main" userId="58433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BB8FAE"/>
    <a:srgbClr val="CF7BBD"/>
    <a:srgbClr val="C488BD"/>
    <a:srgbClr val="ECFD4D"/>
    <a:srgbClr val="E9F456"/>
    <a:srgbClr val="D4E763"/>
    <a:srgbClr val="C5CA82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228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50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B6EFAD-E6AD-4F64-B257-8274A48E985E}" type="doc">
      <dgm:prSet loTypeId="urn:microsoft.com/office/officeart/2005/8/layout/hProcess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02D188EA-0879-45FC-81A9-D5C969F67B86}">
      <dgm:prSet phldrT="[Texto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s-ES_tradnl" b="1" dirty="0">
              <a:solidFill>
                <a:schemeClr val="tx1"/>
              </a:solidFill>
            </a:rPr>
            <a:t>OBETIVO</a:t>
          </a:r>
          <a:endParaRPr lang="es-ES" b="1" dirty="0">
            <a:solidFill>
              <a:schemeClr val="tx1"/>
            </a:solidFill>
          </a:endParaRPr>
        </a:p>
      </dgm:t>
    </dgm:pt>
    <dgm:pt modelId="{D9F5EFDF-77CA-43BB-87F2-938F8E667304}" type="parTrans" cxnId="{BAC3AF77-5162-41A6-8A3A-CBC223B7C477}">
      <dgm:prSet/>
      <dgm:spPr/>
      <dgm:t>
        <a:bodyPr/>
        <a:lstStyle/>
        <a:p>
          <a:endParaRPr lang="es-ES"/>
        </a:p>
      </dgm:t>
    </dgm:pt>
    <dgm:pt modelId="{5A5580E8-9EBF-431F-86EA-8485E981E612}" type="sibTrans" cxnId="{BAC3AF77-5162-41A6-8A3A-CBC223B7C477}">
      <dgm:prSet/>
      <dgm:spPr/>
      <dgm:t>
        <a:bodyPr/>
        <a:lstStyle/>
        <a:p>
          <a:endParaRPr lang="es-ES"/>
        </a:p>
      </dgm:t>
    </dgm:pt>
    <dgm:pt modelId="{D7D8E2F7-93B3-4ECA-B810-53FB0060CB99}">
      <dgm:prSet phldrT="[Texto]" custT="1"/>
      <dgm:spPr/>
      <dgm:t>
        <a:bodyPr/>
        <a:lstStyle/>
        <a:p>
          <a:r>
            <a:rPr lang="es-ES" sz="1800" dirty="0">
              <a:solidFill>
                <a:schemeClr val="tx1"/>
              </a:solidFill>
              <a:latin typeface="Calibri" panose="020F0502020204030204" pitchFamily="34" charset="0"/>
            </a:rPr>
            <a:t>Que exista un lugar para cada artículo, adecuado a las rutinas de trabajo, listos para ser utilizados y con su señalización correspondiente.</a:t>
          </a:r>
          <a:endParaRPr lang="es-ES" sz="1800" dirty="0">
            <a:solidFill>
              <a:schemeClr val="tx1"/>
            </a:solidFill>
          </a:endParaRPr>
        </a:p>
      </dgm:t>
    </dgm:pt>
    <dgm:pt modelId="{E89E5B75-3D5D-4274-A4E9-7726B35BD571}" type="parTrans" cxnId="{EF5DA6D5-2861-48A3-9552-390B9A8EC1EA}">
      <dgm:prSet/>
      <dgm:spPr/>
      <dgm:t>
        <a:bodyPr/>
        <a:lstStyle/>
        <a:p>
          <a:endParaRPr lang="es-ES"/>
        </a:p>
      </dgm:t>
    </dgm:pt>
    <dgm:pt modelId="{36F4CE25-2C9F-4DEE-B2E9-E8B1D065D2AC}" type="sibTrans" cxnId="{EF5DA6D5-2861-48A3-9552-390B9A8EC1EA}">
      <dgm:prSet/>
      <dgm:spPr/>
      <dgm:t>
        <a:bodyPr/>
        <a:lstStyle/>
        <a:p>
          <a:endParaRPr lang="es-ES"/>
        </a:p>
      </dgm:t>
    </dgm:pt>
    <dgm:pt modelId="{268A617B-5625-47AE-AC59-E37E103654B2}">
      <dgm:prSet phldrT="[Texto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s-ES_tradnl" b="1" dirty="0">
              <a:solidFill>
                <a:schemeClr val="tx1"/>
              </a:solidFill>
            </a:rPr>
            <a:t>CONCEPTO</a:t>
          </a:r>
          <a:endParaRPr lang="es-ES" b="1" dirty="0">
            <a:solidFill>
              <a:schemeClr val="tx1"/>
            </a:solidFill>
          </a:endParaRPr>
        </a:p>
      </dgm:t>
    </dgm:pt>
    <dgm:pt modelId="{BC5ADDF1-AA82-4300-AE08-A69B90803C86}" type="parTrans" cxnId="{79C75900-D7E7-4BD3-9234-CC66F96E8C67}">
      <dgm:prSet/>
      <dgm:spPr/>
      <dgm:t>
        <a:bodyPr/>
        <a:lstStyle/>
        <a:p>
          <a:endParaRPr lang="es-ES"/>
        </a:p>
      </dgm:t>
    </dgm:pt>
    <dgm:pt modelId="{C7A30E97-8570-45DA-A1F3-77A9F9485D8D}" type="sibTrans" cxnId="{79C75900-D7E7-4BD3-9234-CC66F96E8C67}">
      <dgm:prSet/>
      <dgm:spPr/>
      <dgm:t>
        <a:bodyPr/>
        <a:lstStyle/>
        <a:p>
          <a:endParaRPr lang="es-ES"/>
        </a:p>
      </dgm:t>
    </dgm:pt>
    <dgm:pt modelId="{B458F56D-9F3D-4FEC-A7F9-A5600F64E6B1}">
      <dgm:prSet phldrT="[Texto]" custT="1"/>
      <dgm:spPr/>
      <dgm:t>
        <a:bodyPr/>
        <a:lstStyle/>
        <a:p>
          <a:r>
            <a:rPr lang="es-ES" sz="1800" dirty="0">
              <a:solidFill>
                <a:schemeClr val="tx1"/>
              </a:solidFill>
              <a:latin typeface="Calibri" panose="020F0502020204030204" pitchFamily="34" charset="0"/>
            </a:rPr>
            <a:t>Organización de los elementos necesarios de modo que resulten de fácil uso y acceso, los cuales deberán estar, cada uno, etiquetados para que se encuentren, retiren y devuelvan fácilmente.</a:t>
          </a:r>
          <a:endParaRPr lang="es-ES" sz="1800" dirty="0">
            <a:solidFill>
              <a:schemeClr val="tx1"/>
            </a:solidFill>
          </a:endParaRPr>
        </a:p>
      </dgm:t>
    </dgm:pt>
    <dgm:pt modelId="{CA9BF403-97FC-4DE9-A14C-3E605399A169}" type="parTrans" cxnId="{7EFB69F7-029C-4574-BAA6-FC22967060B3}">
      <dgm:prSet/>
      <dgm:spPr/>
      <dgm:t>
        <a:bodyPr/>
        <a:lstStyle/>
        <a:p>
          <a:endParaRPr lang="es-ES"/>
        </a:p>
      </dgm:t>
    </dgm:pt>
    <dgm:pt modelId="{94D725D4-830A-4713-B08E-803FA86F4B93}" type="sibTrans" cxnId="{7EFB69F7-029C-4574-BAA6-FC22967060B3}">
      <dgm:prSet/>
      <dgm:spPr/>
      <dgm:t>
        <a:bodyPr/>
        <a:lstStyle/>
        <a:p>
          <a:endParaRPr lang="es-ES"/>
        </a:p>
      </dgm:t>
    </dgm:pt>
    <dgm:pt modelId="{F1571B21-CC37-4F89-89B4-72F31849BB00}">
      <dgm:prSet phldrT="[Texto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s-ES_tradnl" b="1" dirty="0">
              <a:solidFill>
                <a:schemeClr val="tx1"/>
              </a:solidFill>
            </a:rPr>
            <a:t>PASOS A SEGUIR</a:t>
          </a:r>
          <a:endParaRPr lang="es-ES" b="1" dirty="0">
            <a:solidFill>
              <a:schemeClr val="tx1"/>
            </a:solidFill>
          </a:endParaRPr>
        </a:p>
      </dgm:t>
    </dgm:pt>
    <dgm:pt modelId="{8D232A44-5F7F-49B7-8150-D830A31E78F2}" type="parTrans" cxnId="{6FD145D1-3006-4099-B900-87B4215EA7AD}">
      <dgm:prSet/>
      <dgm:spPr/>
      <dgm:t>
        <a:bodyPr/>
        <a:lstStyle/>
        <a:p>
          <a:endParaRPr lang="es-ES"/>
        </a:p>
      </dgm:t>
    </dgm:pt>
    <dgm:pt modelId="{38D8B6B4-C56A-4E84-8DCB-CD36629ED7E1}" type="sibTrans" cxnId="{6FD145D1-3006-4099-B900-87B4215EA7AD}">
      <dgm:prSet/>
      <dgm:spPr/>
      <dgm:t>
        <a:bodyPr/>
        <a:lstStyle/>
        <a:p>
          <a:endParaRPr lang="es-ES"/>
        </a:p>
      </dgm:t>
    </dgm:pt>
    <dgm:pt modelId="{9AB5E336-DA6C-484C-996B-A6F390BB939E}">
      <dgm:prSet phldrT="[Texto]" custT="1"/>
      <dgm:spPr/>
      <dgm:t>
        <a:bodyPr/>
        <a:lstStyle/>
        <a:p>
          <a:r>
            <a:rPr lang="es-ES" sz="1800" dirty="0">
              <a:solidFill>
                <a:schemeClr val="tx1"/>
              </a:solidFill>
              <a:latin typeface="Calibri" panose="020F0502020204030204" pitchFamily="34" charset="0"/>
            </a:rPr>
            <a:t>1.Asigna e identifica un lugar para cada artículo.</a:t>
          </a:r>
          <a:endParaRPr lang="es-ES" sz="1800" dirty="0">
            <a:solidFill>
              <a:schemeClr val="tx1"/>
            </a:solidFill>
          </a:endParaRPr>
        </a:p>
      </dgm:t>
    </dgm:pt>
    <dgm:pt modelId="{7F7F1F11-5475-4BBF-ADD7-8B458F8CF1F9}" type="parTrans" cxnId="{C6338BBF-D480-4CE3-BABE-055774A06742}">
      <dgm:prSet/>
      <dgm:spPr/>
      <dgm:t>
        <a:bodyPr/>
        <a:lstStyle/>
        <a:p>
          <a:endParaRPr lang="es-ES"/>
        </a:p>
      </dgm:t>
    </dgm:pt>
    <dgm:pt modelId="{63B76778-BB4A-4149-ACED-894662FB9A1C}" type="sibTrans" cxnId="{C6338BBF-D480-4CE3-BABE-055774A06742}">
      <dgm:prSet/>
      <dgm:spPr/>
      <dgm:t>
        <a:bodyPr/>
        <a:lstStyle/>
        <a:p>
          <a:endParaRPr lang="es-ES"/>
        </a:p>
      </dgm:t>
    </dgm:pt>
    <dgm:pt modelId="{A15AD425-B2C4-47FD-93C9-C2B1CE23A6A7}">
      <dgm:prSet custT="1"/>
      <dgm:spPr/>
      <dgm:t>
        <a:bodyPr/>
        <a:lstStyle/>
        <a:p>
          <a:endParaRPr lang="es-ES" sz="200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EAD580C2-7D1D-4B04-80B1-7DBB7CFCB09E}" type="parTrans" cxnId="{3CC88A4A-F260-4779-8BA6-49A1D2002E6E}">
      <dgm:prSet/>
      <dgm:spPr/>
      <dgm:t>
        <a:bodyPr/>
        <a:lstStyle/>
        <a:p>
          <a:endParaRPr lang="es-ES"/>
        </a:p>
      </dgm:t>
    </dgm:pt>
    <dgm:pt modelId="{CBA4EDF9-3451-4DD9-9E90-777E98B9A1AE}" type="sibTrans" cxnId="{3CC88A4A-F260-4779-8BA6-49A1D2002E6E}">
      <dgm:prSet/>
      <dgm:spPr/>
      <dgm:t>
        <a:bodyPr/>
        <a:lstStyle/>
        <a:p>
          <a:endParaRPr lang="es-ES"/>
        </a:p>
      </dgm:t>
    </dgm:pt>
    <dgm:pt modelId="{9D70E879-F7CA-4031-BCBE-778CB44AD7E9}">
      <dgm:prSet custT="1"/>
      <dgm:spPr/>
      <dgm:t>
        <a:bodyPr/>
        <a:lstStyle/>
        <a:p>
          <a:endParaRPr lang="es-ES" sz="200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00C2B9FE-95B1-42EA-8CA0-5D1B78B51677}" type="parTrans" cxnId="{1ED0EB8C-D15D-4E35-B0FD-77563E1CD5B2}">
      <dgm:prSet/>
      <dgm:spPr/>
      <dgm:t>
        <a:bodyPr/>
        <a:lstStyle/>
        <a:p>
          <a:endParaRPr lang="es-ES"/>
        </a:p>
      </dgm:t>
    </dgm:pt>
    <dgm:pt modelId="{C479743B-92AF-4F6E-BBA4-2C170B917B1B}" type="sibTrans" cxnId="{1ED0EB8C-D15D-4E35-B0FD-77563E1CD5B2}">
      <dgm:prSet/>
      <dgm:spPr/>
      <dgm:t>
        <a:bodyPr/>
        <a:lstStyle/>
        <a:p>
          <a:endParaRPr lang="es-ES"/>
        </a:p>
      </dgm:t>
    </dgm:pt>
    <dgm:pt modelId="{7BD071FA-476A-4FF8-857E-5D9C30166B68}">
      <dgm:prSet custT="1"/>
      <dgm:spPr/>
      <dgm:t>
        <a:bodyPr/>
        <a:lstStyle/>
        <a:p>
          <a:r>
            <a:rPr lang="es-ES" sz="1800" dirty="0">
              <a:solidFill>
                <a:schemeClr val="tx1"/>
              </a:solidFill>
              <a:latin typeface="Calibri" panose="020F0502020204030204" pitchFamily="34" charset="0"/>
            </a:rPr>
            <a:t>2.Determina la cantidad exacta que debe haber de cada artículo.</a:t>
          </a:r>
        </a:p>
      </dgm:t>
    </dgm:pt>
    <dgm:pt modelId="{7E96C598-2DD2-4B45-AEDC-73CC35BFC3CD}" type="parTrans" cxnId="{C5F7BD7A-F44C-4B1F-B5CC-60434863599E}">
      <dgm:prSet/>
      <dgm:spPr/>
      <dgm:t>
        <a:bodyPr/>
        <a:lstStyle/>
        <a:p>
          <a:endParaRPr lang="es-ES"/>
        </a:p>
      </dgm:t>
    </dgm:pt>
    <dgm:pt modelId="{A681D80D-B21E-4E88-91DB-DAF3E3A147CE}" type="sibTrans" cxnId="{C5F7BD7A-F44C-4B1F-B5CC-60434863599E}">
      <dgm:prSet/>
      <dgm:spPr/>
      <dgm:t>
        <a:bodyPr/>
        <a:lstStyle/>
        <a:p>
          <a:endParaRPr lang="es-ES"/>
        </a:p>
      </dgm:t>
    </dgm:pt>
    <dgm:pt modelId="{E8137366-768E-454B-86E5-EDBA9F1B6B10}">
      <dgm:prSet custT="1"/>
      <dgm:spPr/>
      <dgm:t>
        <a:bodyPr/>
        <a:lstStyle/>
        <a:p>
          <a:r>
            <a:rPr lang="es-ES" sz="1800" dirty="0">
              <a:solidFill>
                <a:schemeClr val="tx1"/>
              </a:solidFill>
              <a:latin typeface="Calibri" panose="020F0502020204030204" pitchFamily="34" charset="0"/>
            </a:rPr>
            <a:t>3.Asegura que cada artículo esté listo para usarse.</a:t>
          </a:r>
        </a:p>
      </dgm:t>
    </dgm:pt>
    <dgm:pt modelId="{440BA551-2952-47B7-97C2-AEE6A0C9DDC4}" type="parTrans" cxnId="{1A572A30-4570-4D5D-993C-9B22ABB08232}">
      <dgm:prSet/>
      <dgm:spPr/>
      <dgm:t>
        <a:bodyPr/>
        <a:lstStyle/>
        <a:p>
          <a:endParaRPr lang="es-ES"/>
        </a:p>
      </dgm:t>
    </dgm:pt>
    <dgm:pt modelId="{EB31285C-B104-4366-B4D9-8BBA3908C306}" type="sibTrans" cxnId="{1A572A30-4570-4D5D-993C-9B22ABB08232}">
      <dgm:prSet/>
      <dgm:spPr/>
      <dgm:t>
        <a:bodyPr/>
        <a:lstStyle/>
        <a:p>
          <a:endParaRPr lang="es-ES"/>
        </a:p>
      </dgm:t>
    </dgm:pt>
    <dgm:pt modelId="{B27A6731-3F64-4FB5-97C0-30FDF80C1129}">
      <dgm:prSet custT="1"/>
      <dgm:spPr/>
      <dgm:t>
        <a:bodyPr/>
        <a:lstStyle/>
        <a:p>
          <a:r>
            <a:rPr lang="es-ES" sz="1800" dirty="0">
              <a:solidFill>
                <a:schemeClr val="tx1"/>
              </a:solidFill>
              <a:latin typeface="Calibri" panose="020F0502020204030204" pitchFamily="34" charset="0"/>
            </a:rPr>
            <a:t>4.Crear los medios para asegurar que cada artículo regrese a su lugar. </a:t>
          </a:r>
        </a:p>
      </dgm:t>
    </dgm:pt>
    <dgm:pt modelId="{14BB3870-C848-4E66-95A6-97E4FA4C1085}" type="parTrans" cxnId="{EC02DE74-9DC0-4091-8F04-54795230177B}">
      <dgm:prSet/>
      <dgm:spPr/>
      <dgm:t>
        <a:bodyPr/>
        <a:lstStyle/>
        <a:p>
          <a:endParaRPr lang="es-ES"/>
        </a:p>
      </dgm:t>
    </dgm:pt>
    <dgm:pt modelId="{5C5869FC-D2A5-432B-A684-EC5283A086B9}" type="sibTrans" cxnId="{EC02DE74-9DC0-4091-8F04-54795230177B}">
      <dgm:prSet/>
      <dgm:spPr/>
      <dgm:t>
        <a:bodyPr/>
        <a:lstStyle/>
        <a:p>
          <a:endParaRPr lang="es-ES"/>
        </a:p>
      </dgm:t>
    </dgm:pt>
    <dgm:pt modelId="{03D59EEB-70AE-4310-B088-66F3DC130441}">
      <dgm:prSet custT="1"/>
      <dgm:spPr/>
      <dgm:t>
        <a:bodyPr/>
        <a:lstStyle/>
        <a:p>
          <a:endParaRPr lang="es-ES" sz="200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57D9F755-B89E-4009-8093-CBE06397A8C6}" type="parTrans" cxnId="{66B2F731-A610-4B51-B616-566B6BE0AFBF}">
      <dgm:prSet/>
      <dgm:spPr/>
      <dgm:t>
        <a:bodyPr/>
        <a:lstStyle/>
        <a:p>
          <a:endParaRPr lang="es-ES"/>
        </a:p>
      </dgm:t>
    </dgm:pt>
    <dgm:pt modelId="{16D16E00-CA87-440C-87D4-97D25A229EFA}" type="sibTrans" cxnId="{66B2F731-A610-4B51-B616-566B6BE0AFBF}">
      <dgm:prSet/>
      <dgm:spPr/>
      <dgm:t>
        <a:bodyPr/>
        <a:lstStyle/>
        <a:p>
          <a:endParaRPr lang="es-ES"/>
        </a:p>
      </dgm:t>
    </dgm:pt>
    <dgm:pt modelId="{B370A123-C3FC-4F97-9551-2AE57A59CBB8}" type="pres">
      <dgm:prSet presAssocID="{7EB6EFAD-E6AD-4F64-B257-8274A48E985E}" presName="Name0" presStyleCnt="0">
        <dgm:presLayoutVars>
          <dgm:dir/>
          <dgm:animLvl val="lvl"/>
          <dgm:resizeHandles val="exact"/>
        </dgm:presLayoutVars>
      </dgm:prSet>
      <dgm:spPr/>
    </dgm:pt>
    <dgm:pt modelId="{FF227A36-8789-41CD-B769-B6ACDD8C5F16}" type="pres">
      <dgm:prSet presAssocID="{02D188EA-0879-45FC-81A9-D5C969F67B86}" presName="compositeNode" presStyleCnt="0">
        <dgm:presLayoutVars>
          <dgm:bulletEnabled val="1"/>
        </dgm:presLayoutVars>
      </dgm:prSet>
      <dgm:spPr/>
    </dgm:pt>
    <dgm:pt modelId="{93D32DDC-7F3A-486C-BFE5-D62634DD707F}" type="pres">
      <dgm:prSet presAssocID="{02D188EA-0879-45FC-81A9-D5C969F67B86}" presName="bgRect" presStyleLbl="node1" presStyleIdx="0" presStyleCnt="3" custScaleY="123877"/>
      <dgm:spPr/>
    </dgm:pt>
    <dgm:pt modelId="{3F6A2CC9-EC23-46A0-A5AA-CCA45FDE27E8}" type="pres">
      <dgm:prSet presAssocID="{02D188EA-0879-45FC-81A9-D5C969F67B86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F55D7DD1-61EF-470C-9DA6-AE8348C39EB4}" type="pres">
      <dgm:prSet presAssocID="{02D188EA-0879-45FC-81A9-D5C969F67B86}" presName="childNode" presStyleLbl="node1" presStyleIdx="0" presStyleCnt="3">
        <dgm:presLayoutVars>
          <dgm:bulletEnabled val="1"/>
        </dgm:presLayoutVars>
      </dgm:prSet>
      <dgm:spPr/>
    </dgm:pt>
    <dgm:pt modelId="{29550F5F-009F-47C1-880D-5D7C1042248E}" type="pres">
      <dgm:prSet presAssocID="{5A5580E8-9EBF-431F-86EA-8485E981E612}" presName="hSp" presStyleCnt="0"/>
      <dgm:spPr/>
    </dgm:pt>
    <dgm:pt modelId="{CACB3FB5-9467-4A33-BEF9-7105AFB55E32}" type="pres">
      <dgm:prSet presAssocID="{5A5580E8-9EBF-431F-86EA-8485E981E612}" presName="vProcSp" presStyleCnt="0"/>
      <dgm:spPr/>
    </dgm:pt>
    <dgm:pt modelId="{C4AA3D2C-A10E-4DD7-83C6-9A43D526D846}" type="pres">
      <dgm:prSet presAssocID="{5A5580E8-9EBF-431F-86EA-8485E981E612}" presName="vSp1" presStyleCnt="0"/>
      <dgm:spPr/>
    </dgm:pt>
    <dgm:pt modelId="{6AD4A891-00DC-4888-A89D-F672FAE94AFF}" type="pres">
      <dgm:prSet presAssocID="{5A5580E8-9EBF-431F-86EA-8485E981E612}" presName="simulatedConn" presStyleLbl="solidFgAcc1" presStyleIdx="0" presStyleCnt="2"/>
      <dgm:spPr/>
    </dgm:pt>
    <dgm:pt modelId="{0E35D951-8F6A-4104-AC22-BDCCBD796B75}" type="pres">
      <dgm:prSet presAssocID="{5A5580E8-9EBF-431F-86EA-8485E981E612}" presName="vSp2" presStyleCnt="0"/>
      <dgm:spPr/>
    </dgm:pt>
    <dgm:pt modelId="{B4BAECD3-9747-4B5E-BEA1-9BD7120E25AF}" type="pres">
      <dgm:prSet presAssocID="{5A5580E8-9EBF-431F-86EA-8485E981E612}" presName="sibTrans" presStyleCnt="0"/>
      <dgm:spPr/>
    </dgm:pt>
    <dgm:pt modelId="{5DC681D2-3FDE-42E8-B94D-2B378A92C9CA}" type="pres">
      <dgm:prSet presAssocID="{268A617B-5625-47AE-AC59-E37E103654B2}" presName="compositeNode" presStyleCnt="0">
        <dgm:presLayoutVars>
          <dgm:bulletEnabled val="1"/>
        </dgm:presLayoutVars>
      </dgm:prSet>
      <dgm:spPr/>
    </dgm:pt>
    <dgm:pt modelId="{F81A9C8F-8592-4B56-86E9-00DA9F48C9EB}" type="pres">
      <dgm:prSet presAssocID="{268A617B-5625-47AE-AC59-E37E103654B2}" presName="bgRect" presStyleLbl="node1" presStyleIdx="1" presStyleCnt="3" custScaleY="123877"/>
      <dgm:spPr/>
    </dgm:pt>
    <dgm:pt modelId="{3ED9D0F5-56D7-4B62-85A3-DF580ACEDEAC}" type="pres">
      <dgm:prSet presAssocID="{268A617B-5625-47AE-AC59-E37E103654B2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F04389B2-9EF9-48E9-829B-F4B0AF305BB5}" type="pres">
      <dgm:prSet presAssocID="{268A617B-5625-47AE-AC59-E37E103654B2}" presName="childNode" presStyleLbl="node1" presStyleIdx="1" presStyleCnt="3">
        <dgm:presLayoutVars>
          <dgm:bulletEnabled val="1"/>
        </dgm:presLayoutVars>
      </dgm:prSet>
      <dgm:spPr/>
    </dgm:pt>
    <dgm:pt modelId="{32D3299B-B54D-47AF-9FA2-90E55E54E269}" type="pres">
      <dgm:prSet presAssocID="{C7A30E97-8570-45DA-A1F3-77A9F9485D8D}" presName="hSp" presStyleCnt="0"/>
      <dgm:spPr/>
    </dgm:pt>
    <dgm:pt modelId="{1D0FA08B-ADF3-42B3-868D-5B40EF45020F}" type="pres">
      <dgm:prSet presAssocID="{C7A30E97-8570-45DA-A1F3-77A9F9485D8D}" presName="vProcSp" presStyleCnt="0"/>
      <dgm:spPr/>
    </dgm:pt>
    <dgm:pt modelId="{FF027D18-A0D0-45B7-BE60-3275E307549F}" type="pres">
      <dgm:prSet presAssocID="{C7A30E97-8570-45DA-A1F3-77A9F9485D8D}" presName="vSp1" presStyleCnt="0"/>
      <dgm:spPr/>
    </dgm:pt>
    <dgm:pt modelId="{6F7F616B-ADC4-4A36-861A-186E4195F5B0}" type="pres">
      <dgm:prSet presAssocID="{C7A30E97-8570-45DA-A1F3-77A9F9485D8D}" presName="simulatedConn" presStyleLbl="solidFgAcc1" presStyleIdx="1" presStyleCnt="2"/>
      <dgm:spPr/>
    </dgm:pt>
    <dgm:pt modelId="{B6252231-E4F1-4276-AD0D-5166B20D7530}" type="pres">
      <dgm:prSet presAssocID="{C7A30E97-8570-45DA-A1F3-77A9F9485D8D}" presName="vSp2" presStyleCnt="0"/>
      <dgm:spPr/>
    </dgm:pt>
    <dgm:pt modelId="{923B8786-9046-4132-A8B0-69FE4DD5965A}" type="pres">
      <dgm:prSet presAssocID="{C7A30E97-8570-45DA-A1F3-77A9F9485D8D}" presName="sibTrans" presStyleCnt="0"/>
      <dgm:spPr/>
    </dgm:pt>
    <dgm:pt modelId="{DD4E38A6-B03D-4985-A5D2-0BF934A18230}" type="pres">
      <dgm:prSet presAssocID="{F1571B21-CC37-4F89-89B4-72F31849BB00}" presName="compositeNode" presStyleCnt="0">
        <dgm:presLayoutVars>
          <dgm:bulletEnabled val="1"/>
        </dgm:presLayoutVars>
      </dgm:prSet>
      <dgm:spPr/>
    </dgm:pt>
    <dgm:pt modelId="{AA6ECCA6-7DB6-455E-BD4B-3359BE8F14C3}" type="pres">
      <dgm:prSet presAssocID="{F1571B21-CC37-4F89-89B4-72F31849BB00}" presName="bgRect" presStyleLbl="node1" presStyleIdx="2" presStyleCnt="3" custScaleY="123877"/>
      <dgm:spPr/>
    </dgm:pt>
    <dgm:pt modelId="{0ADEE5A4-4321-4889-BF98-2020BCA34304}" type="pres">
      <dgm:prSet presAssocID="{F1571B21-CC37-4F89-89B4-72F31849BB00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234A7DB7-D83C-4A5F-B9B6-8CFA45DC702E}" type="pres">
      <dgm:prSet presAssocID="{F1571B21-CC37-4F89-89B4-72F31849BB00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79C75900-D7E7-4BD3-9234-CC66F96E8C67}" srcId="{7EB6EFAD-E6AD-4F64-B257-8274A48E985E}" destId="{268A617B-5625-47AE-AC59-E37E103654B2}" srcOrd="1" destOrd="0" parTransId="{BC5ADDF1-AA82-4300-AE08-A69B90803C86}" sibTransId="{C7A30E97-8570-45DA-A1F3-77A9F9485D8D}"/>
    <dgm:cxn modelId="{A3FB5D02-AC97-4DC5-8A10-BF9218E57CA3}" type="presOf" srcId="{F1571B21-CC37-4F89-89B4-72F31849BB00}" destId="{0ADEE5A4-4321-4889-BF98-2020BCA34304}" srcOrd="1" destOrd="0" presId="urn:microsoft.com/office/officeart/2005/8/layout/hProcess7"/>
    <dgm:cxn modelId="{2090C12B-0EB4-43DB-ADF9-B96DA6143F93}" type="presOf" srcId="{268A617B-5625-47AE-AC59-E37E103654B2}" destId="{F81A9C8F-8592-4B56-86E9-00DA9F48C9EB}" srcOrd="0" destOrd="0" presId="urn:microsoft.com/office/officeart/2005/8/layout/hProcess7"/>
    <dgm:cxn modelId="{1A572A30-4570-4D5D-993C-9B22ABB08232}" srcId="{F1571B21-CC37-4F89-89B4-72F31849BB00}" destId="{E8137366-768E-454B-86E5-EDBA9F1B6B10}" srcOrd="2" destOrd="0" parTransId="{440BA551-2952-47B7-97C2-AEE6A0C9DDC4}" sibTransId="{EB31285C-B104-4366-B4D9-8BBA3908C306}"/>
    <dgm:cxn modelId="{66B2F731-A610-4B51-B616-566B6BE0AFBF}" srcId="{F1571B21-CC37-4F89-89B4-72F31849BB00}" destId="{03D59EEB-70AE-4310-B088-66F3DC130441}" srcOrd="4" destOrd="0" parTransId="{57D9F755-B89E-4009-8093-CBE06397A8C6}" sibTransId="{16D16E00-CA87-440C-87D4-97D25A229EFA}"/>
    <dgm:cxn modelId="{CD66F737-415A-40FC-8BE4-CB209E0898B0}" type="presOf" srcId="{02D188EA-0879-45FC-81A9-D5C969F67B86}" destId="{3F6A2CC9-EC23-46A0-A5AA-CCA45FDE27E8}" srcOrd="1" destOrd="0" presId="urn:microsoft.com/office/officeart/2005/8/layout/hProcess7"/>
    <dgm:cxn modelId="{3887E763-BF97-453C-A549-ECFB65F62B36}" type="presOf" srcId="{03D59EEB-70AE-4310-B088-66F3DC130441}" destId="{234A7DB7-D83C-4A5F-B9B6-8CFA45DC702E}" srcOrd="0" destOrd="4" presId="urn:microsoft.com/office/officeart/2005/8/layout/hProcess7"/>
    <dgm:cxn modelId="{ADF06765-7983-4D2B-89E3-F5E5D5F93F90}" type="presOf" srcId="{B27A6731-3F64-4FB5-97C0-30FDF80C1129}" destId="{234A7DB7-D83C-4A5F-B9B6-8CFA45DC702E}" srcOrd="0" destOrd="3" presId="urn:microsoft.com/office/officeart/2005/8/layout/hProcess7"/>
    <dgm:cxn modelId="{3CC88A4A-F260-4779-8BA6-49A1D2002E6E}" srcId="{02D188EA-0879-45FC-81A9-D5C969F67B86}" destId="{A15AD425-B2C4-47FD-93C9-C2B1CE23A6A7}" srcOrd="1" destOrd="0" parTransId="{EAD580C2-7D1D-4B04-80B1-7DBB7CFCB09E}" sibTransId="{CBA4EDF9-3451-4DD9-9E90-777E98B9A1AE}"/>
    <dgm:cxn modelId="{DA3E006F-7F2B-4E54-9829-C631B7DE1FE6}" type="presOf" srcId="{D7D8E2F7-93B3-4ECA-B810-53FB0060CB99}" destId="{F55D7DD1-61EF-470C-9DA6-AE8348C39EB4}" srcOrd="0" destOrd="0" presId="urn:microsoft.com/office/officeart/2005/8/layout/hProcess7"/>
    <dgm:cxn modelId="{962BC650-D580-4556-9B00-25B5EEDE65CA}" type="presOf" srcId="{7EB6EFAD-E6AD-4F64-B257-8274A48E985E}" destId="{B370A123-C3FC-4F97-9551-2AE57A59CBB8}" srcOrd="0" destOrd="0" presId="urn:microsoft.com/office/officeart/2005/8/layout/hProcess7"/>
    <dgm:cxn modelId="{EC02DE74-9DC0-4091-8F04-54795230177B}" srcId="{F1571B21-CC37-4F89-89B4-72F31849BB00}" destId="{B27A6731-3F64-4FB5-97C0-30FDF80C1129}" srcOrd="3" destOrd="0" parTransId="{14BB3870-C848-4E66-95A6-97E4FA4C1085}" sibTransId="{5C5869FC-D2A5-432B-A684-EC5283A086B9}"/>
    <dgm:cxn modelId="{BAC3AF77-5162-41A6-8A3A-CBC223B7C477}" srcId="{7EB6EFAD-E6AD-4F64-B257-8274A48E985E}" destId="{02D188EA-0879-45FC-81A9-D5C969F67B86}" srcOrd="0" destOrd="0" parTransId="{D9F5EFDF-77CA-43BB-87F2-938F8E667304}" sibTransId="{5A5580E8-9EBF-431F-86EA-8485E981E612}"/>
    <dgm:cxn modelId="{C5F7BD7A-F44C-4B1F-B5CC-60434863599E}" srcId="{F1571B21-CC37-4F89-89B4-72F31849BB00}" destId="{7BD071FA-476A-4FF8-857E-5D9C30166B68}" srcOrd="1" destOrd="0" parTransId="{7E96C598-2DD2-4B45-AEDC-73CC35BFC3CD}" sibTransId="{A681D80D-B21E-4E88-91DB-DAF3E3A147CE}"/>
    <dgm:cxn modelId="{0A538585-4794-42F5-91FA-A323305069D2}" type="presOf" srcId="{9D70E879-F7CA-4031-BCBE-778CB44AD7E9}" destId="{F04389B2-9EF9-48E9-829B-F4B0AF305BB5}" srcOrd="0" destOrd="1" presId="urn:microsoft.com/office/officeart/2005/8/layout/hProcess7"/>
    <dgm:cxn modelId="{1707208A-2446-426A-8094-DCC44AD0ADF7}" type="presOf" srcId="{F1571B21-CC37-4F89-89B4-72F31849BB00}" destId="{AA6ECCA6-7DB6-455E-BD4B-3359BE8F14C3}" srcOrd="0" destOrd="0" presId="urn:microsoft.com/office/officeart/2005/8/layout/hProcess7"/>
    <dgm:cxn modelId="{1ED0EB8C-D15D-4E35-B0FD-77563E1CD5B2}" srcId="{268A617B-5625-47AE-AC59-E37E103654B2}" destId="{9D70E879-F7CA-4031-BCBE-778CB44AD7E9}" srcOrd="1" destOrd="0" parTransId="{00C2B9FE-95B1-42EA-8CA0-5D1B78B51677}" sibTransId="{C479743B-92AF-4F6E-BBA4-2C170B917B1B}"/>
    <dgm:cxn modelId="{E707619E-F542-45DF-86FB-041A6B1E1406}" type="presOf" srcId="{B458F56D-9F3D-4FEC-A7F9-A5600F64E6B1}" destId="{F04389B2-9EF9-48E9-829B-F4B0AF305BB5}" srcOrd="0" destOrd="0" presId="urn:microsoft.com/office/officeart/2005/8/layout/hProcess7"/>
    <dgm:cxn modelId="{F77216A9-BB42-4F3C-B2E1-9E0518C6155B}" type="presOf" srcId="{9AB5E336-DA6C-484C-996B-A6F390BB939E}" destId="{234A7DB7-D83C-4A5F-B9B6-8CFA45DC702E}" srcOrd="0" destOrd="0" presId="urn:microsoft.com/office/officeart/2005/8/layout/hProcess7"/>
    <dgm:cxn modelId="{53A2E4AA-4A52-478E-B278-AF653348FC68}" type="presOf" srcId="{E8137366-768E-454B-86E5-EDBA9F1B6B10}" destId="{234A7DB7-D83C-4A5F-B9B6-8CFA45DC702E}" srcOrd="0" destOrd="2" presId="urn:microsoft.com/office/officeart/2005/8/layout/hProcess7"/>
    <dgm:cxn modelId="{13457FB4-70D7-430F-800F-121AFD8FF3AE}" type="presOf" srcId="{7BD071FA-476A-4FF8-857E-5D9C30166B68}" destId="{234A7DB7-D83C-4A5F-B9B6-8CFA45DC702E}" srcOrd="0" destOrd="1" presId="urn:microsoft.com/office/officeart/2005/8/layout/hProcess7"/>
    <dgm:cxn modelId="{4AA7DDB4-36A2-49A3-8C85-E420103B6D8B}" type="presOf" srcId="{268A617B-5625-47AE-AC59-E37E103654B2}" destId="{3ED9D0F5-56D7-4B62-85A3-DF580ACEDEAC}" srcOrd="1" destOrd="0" presId="urn:microsoft.com/office/officeart/2005/8/layout/hProcess7"/>
    <dgm:cxn modelId="{0D6DD5BD-F45F-4E6E-AE91-AC17100B172C}" type="presOf" srcId="{A15AD425-B2C4-47FD-93C9-C2B1CE23A6A7}" destId="{F55D7DD1-61EF-470C-9DA6-AE8348C39EB4}" srcOrd="0" destOrd="1" presId="urn:microsoft.com/office/officeart/2005/8/layout/hProcess7"/>
    <dgm:cxn modelId="{B488FABE-6F7F-4D66-A4CA-CB2D905FCDD1}" type="presOf" srcId="{02D188EA-0879-45FC-81A9-D5C969F67B86}" destId="{93D32DDC-7F3A-486C-BFE5-D62634DD707F}" srcOrd="0" destOrd="0" presId="urn:microsoft.com/office/officeart/2005/8/layout/hProcess7"/>
    <dgm:cxn modelId="{C6338BBF-D480-4CE3-BABE-055774A06742}" srcId="{F1571B21-CC37-4F89-89B4-72F31849BB00}" destId="{9AB5E336-DA6C-484C-996B-A6F390BB939E}" srcOrd="0" destOrd="0" parTransId="{7F7F1F11-5475-4BBF-ADD7-8B458F8CF1F9}" sibTransId="{63B76778-BB4A-4149-ACED-894662FB9A1C}"/>
    <dgm:cxn modelId="{6FD145D1-3006-4099-B900-87B4215EA7AD}" srcId="{7EB6EFAD-E6AD-4F64-B257-8274A48E985E}" destId="{F1571B21-CC37-4F89-89B4-72F31849BB00}" srcOrd="2" destOrd="0" parTransId="{8D232A44-5F7F-49B7-8150-D830A31E78F2}" sibTransId="{38D8B6B4-C56A-4E84-8DCB-CD36629ED7E1}"/>
    <dgm:cxn modelId="{EF5DA6D5-2861-48A3-9552-390B9A8EC1EA}" srcId="{02D188EA-0879-45FC-81A9-D5C969F67B86}" destId="{D7D8E2F7-93B3-4ECA-B810-53FB0060CB99}" srcOrd="0" destOrd="0" parTransId="{E89E5B75-3D5D-4274-A4E9-7726B35BD571}" sibTransId="{36F4CE25-2C9F-4DEE-B2E9-E8B1D065D2AC}"/>
    <dgm:cxn modelId="{7EFB69F7-029C-4574-BAA6-FC22967060B3}" srcId="{268A617B-5625-47AE-AC59-E37E103654B2}" destId="{B458F56D-9F3D-4FEC-A7F9-A5600F64E6B1}" srcOrd="0" destOrd="0" parTransId="{CA9BF403-97FC-4DE9-A14C-3E605399A169}" sibTransId="{94D725D4-830A-4713-B08E-803FA86F4B93}"/>
    <dgm:cxn modelId="{587DF0AA-2E7F-4553-B705-A698A788B2A3}" type="presParOf" srcId="{B370A123-C3FC-4F97-9551-2AE57A59CBB8}" destId="{FF227A36-8789-41CD-B769-B6ACDD8C5F16}" srcOrd="0" destOrd="0" presId="urn:microsoft.com/office/officeart/2005/8/layout/hProcess7"/>
    <dgm:cxn modelId="{2A51F9BE-C136-4980-8A34-E134E5FA55B8}" type="presParOf" srcId="{FF227A36-8789-41CD-B769-B6ACDD8C5F16}" destId="{93D32DDC-7F3A-486C-BFE5-D62634DD707F}" srcOrd="0" destOrd="0" presId="urn:microsoft.com/office/officeart/2005/8/layout/hProcess7"/>
    <dgm:cxn modelId="{19B516B4-2BC6-4FA7-BAE9-6C8186D37EBD}" type="presParOf" srcId="{FF227A36-8789-41CD-B769-B6ACDD8C5F16}" destId="{3F6A2CC9-EC23-46A0-A5AA-CCA45FDE27E8}" srcOrd="1" destOrd="0" presId="urn:microsoft.com/office/officeart/2005/8/layout/hProcess7"/>
    <dgm:cxn modelId="{BB242391-11D8-49B5-AC08-38C0D5F1D8F0}" type="presParOf" srcId="{FF227A36-8789-41CD-B769-B6ACDD8C5F16}" destId="{F55D7DD1-61EF-470C-9DA6-AE8348C39EB4}" srcOrd="2" destOrd="0" presId="urn:microsoft.com/office/officeart/2005/8/layout/hProcess7"/>
    <dgm:cxn modelId="{E3765743-AA06-4E2A-97D8-FE81BADB1275}" type="presParOf" srcId="{B370A123-C3FC-4F97-9551-2AE57A59CBB8}" destId="{29550F5F-009F-47C1-880D-5D7C1042248E}" srcOrd="1" destOrd="0" presId="urn:microsoft.com/office/officeart/2005/8/layout/hProcess7"/>
    <dgm:cxn modelId="{D63F64D2-5136-4E29-8E39-3F804EAE3F78}" type="presParOf" srcId="{B370A123-C3FC-4F97-9551-2AE57A59CBB8}" destId="{CACB3FB5-9467-4A33-BEF9-7105AFB55E32}" srcOrd="2" destOrd="0" presId="urn:microsoft.com/office/officeart/2005/8/layout/hProcess7"/>
    <dgm:cxn modelId="{D27F5335-3DDF-477D-AC65-4D6AF0932DD2}" type="presParOf" srcId="{CACB3FB5-9467-4A33-BEF9-7105AFB55E32}" destId="{C4AA3D2C-A10E-4DD7-83C6-9A43D526D846}" srcOrd="0" destOrd="0" presId="urn:microsoft.com/office/officeart/2005/8/layout/hProcess7"/>
    <dgm:cxn modelId="{CC230917-23D5-4B11-9549-14CD4218A354}" type="presParOf" srcId="{CACB3FB5-9467-4A33-BEF9-7105AFB55E32}" destId="{6AD4A891-00DC-4888-A89D-F672FAE94AFF}" srcOrd="1" destOrd="0" presId="urn:microsoft.com/office/officeart/2005/8/layout/hProcess7"/>
    <dgm:cxn modelId="{4FBE0DEF-98CA-4D81-9C81-8683B3F78C1C}" type="presParOf" srcId="{CACB3FB5-9467-4A33-BEF9-7105AFB55E32}" destId="{0E35D951-8F6A-4104-AC22-BDCCBD796B75}" srcOrd="2" destOrd="0" presId="urn:microsoft.com/office/officeart/2005/8/layout/hProcess7"/>
    <dgm:cxn modelId="{2969DEE8-35D1-4731-9513-21DEC8A4F6E1}" type="presParOf" srcId="{B370A123-C3FC-4F97-9551-2AE57A59CBB8}" destId="{B4BAECD3-9747-4B5E-BEA1-9BD7120E25AF}" srcOrd="3" destOrd="0" presId="urn:microsoft.com/office/officeart/2005/8/layout/hProcess7"/>
    <dgm:cxn modelId="{78ED1CE8-3848-4A0F-82FB-47D00F0C966B}" type="presParOf" srcId="{B370A123-C3FC-4F97-9551-2AE57A59CBB8}" destId="{5DC681D2-3FDE-42E8-B94D-2B378A92C9CA}" srcOrd="4" destOrd="0" presId="urn:microsoft.com/office/officeart/2005/8/layout/hProcess7"/>
    <dgm:cxn modelId="{1B9DACC1-6039-403E-9F90-5E65D7CD96EF}" type="presParOf" srcId="{5DC681D2-3FDE-42E8-B94D-2B378A92C9CA}" destId="{F81A9C8F-8592-4B56-86E9-00DA9F48C9EB}" srcOrd="0" destOrd="0" presId="urn:microsoft.com/office/officeart/2005/8/layout/hProcess7"/>
    <dgm:cxn modelId="{A3D1A0E1-F1E1-43A2-8927-26B3016303B6}" type="presParOf" srcId="{5DC681D2-3FDE-42E8-B94D-2B378A92C9CA}" destId="{3ED9D0F5-56D7-4B62-85A3-DF580ACEDEAC}" srcOrd="1" destOrd="0" presId="urn:microsoft.com/office/officeart/2005/8/layout/hProcess7"/>
    <dgm:cxn modelId="{1A5C82DB-9368-4096-BECF-46330E3FF8F7}" type="presParOf" srcId="{5DC681D2-3FDE-42E8-B94D-2B378A92C9CA}" destId="{F04389B2-9EF9-48E9-829B-F4B0AF305BB5}" srcOrd="2" destOrd="0" presId="urn:microsoft.com/office/officeart/2005/8/layout/hProcess7"/>
    <dgm:cxn modelId="{16FEC1A0-2EA1-4144-A196-0C5E7B960693}" type="presParOf" srcId="{B370A123-C3FC-4F97-9551-2AE57A59CBB8}" destId="{32D3299B-B54D-47AF-9FA2-90E55E54E269}" srcOrd="5" destOrd="0" presId="urn:microsoft.com/office/officeart/2005/8/layout/hProcess7"/>
    <dgm:cxn modelId="{653BD537-AECD-450E-B1FB-2A711C98BB17}" type="presParOf" srcId="{B370A123-C3FC-4F97-9551-2AE57A59CBB8}" destId="{1D0FA08B-ADF3-42B3-868D-5B40EF45020F}" srcOrd="6" destOrd="0" presId="urn:microsoft.com/office/officeart/2005/8/layout/hProcess7"/>
    <dgm:cxn modelId="{CE95AA10-3056-4DCF-83F1-BCC18CBF924F}" type="presParOf" srcId="{1D0FA08B-ADF3-42B3-868D-5B40EF45020F}" destId="{FF027D18-A0D0-45B7-BE60-3275E307549F}" srcOrd="0" destOrd="0" presId="urn:microsoft.com/office/officeart/2005/8/layout/hProcess7"/>
    <dgm:cxn modelId="{D6F49DB4-30F1-4389-AA8F-C5293E42407D}" type="presParOf" srcId="{1D0FA08B-ADF3-42B3-868D-5B40EF45020F}" destId="{6F7F616B-ADC4-4A36-861A-186E4195F5B0}" srcOrd="1" destOrd="0" presId="urn:microsoft.com/office/officeart/2005/8/layout/hProcess7"/>
    <dgm:cxn modelId="{FE69756B-A749-465F-8402-2B9C98427D9E}" type="presParOf" srcId="{1D0FA08B-ADF3-42B3-868D-5B40EF45020F}" destId="{B6252231-E4F1-4276-AD0D-5166B20D7530}" srcOrd="2" destOrd="0" presId="urn:microsoft.com/office/officeart/2005/8/layout/hProcess7"/>
    <dgm:cxn modelId="{F6A5D420-B607-4C76-841F-5135EAA62316}" type="presParOf" srcId="{B370A123-C3FC-4F97-9551-2AE57A59CBB8}" destId="{923B8786-9046-4132-A8B0-69FE4DD5965A}" srcOrd="7" destOrd="0" presId="urn:microsoft.com/office/officeart/2005/8/layout/hProcess7"/>
    <dgm:cxn modelId="{D496E4EC-8FB4-4AF1-A05F-2D055A0BD902}" type="presParOf" srcId="{B370A123-C3FC-4F97-9551-2AE57A59CBB8}" destId="{DD4E38A6-B03D-4985-A5D2-0BF934A18230}" srcOrd="8" destOrd="0" presId="urn:microsoft.com/office/officeart/2005/8/layout/hProcess7"/>
    <dgm:cxn modelId="{97301A4F-163C-4B6A-8126-C10D46DDC934}" type="presParOf" srcId="{DD4E38A6-B03D-4985-A5D2-0BF934A18230}" destId="{AA6ECCA6-7DB6-455E-BD4B-3359BE8F14C3}" srcOrd="0" destOrd="0" presId="urn:microsoft.com/office/officeart/2005/8/layout/hProcess7"/>
    <dgm:cxn modelId="{2AAF8434-3BAC-4B7B-9E28-16CD1E441F18}" type="presParOf" srcId="{DD4E38A6-B03D-4985-A5D2-0BF934A18230}" destId="{0ADEE5A4-4321-4889-BF98-2020BCA34304}" srcOrd="1" destOrd="0" presId="urn:microsoft.com/office/officeart/2005/8/layout/hProcess7"/>
    <dgm:cxn modelId="{2AC5234C-0616-428D-A295-5EDDFD4073EC}" type="presParOf" srcId="{DD4E38A6-B03D-4985-A5D2-0BF934A18230}" destId="{234A7DB7-D83C-4A5F-B9B6-8CFA45DC702E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D3185E-45E4-497B-89C1-B7FCABA6C5E5}" type="doc">
      <dgm:prSet loTypeId="urn:microsoft.com/office/officeart/2005/8/layout/hierarchy3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s-ES"/>
        </a:p>
      </dgm:t>
    </dgm:pt>
    <dgm:pt modelId="{0B4FA3E1-7857-45B0-9188-3E0D4B2C05A1}">
      <dgm:prSet phldrT="[Texto]"/>
      <dgm:spPr/>
      <dgm:t>
        <a:bodyPr/>
        <a:lstStyle/>
        <a:p>
          <a:r>
            <a:rPr lang="es-ES" dirty="0"/>
            <a:t>MATERIALES</a:t>
          </a:r>
        </a:p>
      </dgm:t>
    </dgm:pt>
    <dgm:pt modelId="{006BFD69-71EB-4C5F-8D4A-E582B4B734B0}" type="parTrans" cxnId="{CFC29B9E-BB1B-48B7-A458-2AD69F1699CC}">
      <dgm:prSet/>
      <dgm:spPr/>
      <dgm:t>
        <a:bodyPr/>
        <a:lstStyle/>
        <a:p>
          <a:endParaRPr lang="es-ES"/>
        </a:p>
      </dgm:t>
    </dgm:pt>
    <dgm:pt modelId="{A5B85A43-3928-4B34-B71E-4E672401CE0A}" type="sibTrans" cxnId="{CFC29B9E-BB1B-48B7-A458-2AD69F1699CC}">
      <dgm:prSet/>
      <dgm:spPr/>
      <dgm:t>
        <a:bodyPr/>
        <a:lstStyle/>
        <a:p>
          <a:endParaRPr lang="es-ES"/>
        </a:p>
      </dgm:t>
    </dgm:pt>
    <dgm:pt modelId="{3FDE4E4E-F949-410C-BA6F-6342C3346450}">
      <dgm:prSet phldrT="[Texto]"/>
      <dgm:spPr/>
      <dgm:t>
        <a:bodyPr/>
        <a:lstStyle/>
        <a:p>
          <a:r>
            <a:rPr lang="es-ES" b="0" i="0" u="none" dirty="0"/>
            <a:t>Consumibles.</a:t>
          </a:r>
          <a:endParaRPr lang="es-ES" dirty="0"/>
        </a:p>
      </dgm:t>
    </dgm:pt>
    <dgm:pt modelId="{15057AF6-D3AD-4668-986A-6786DD7A5F01}" type="parTrans" cxnId="{4AEC7CDE-4500-4A4D-B9BE-D0563088C89C}">
      <dgm:prSet/>
      <dgm:spPr/>
      <dgm:t>
        <a:bodyPr/>
        <a:lstStyle/>
        <a:p>
          <a:endParaRPr lang="es-ES"/>
        </a:p>
      </dgm:t>
    </dgm:pt>
    <dgm:pt modelId="{88AD9062-2BFC-4C61-9AC7-E6F054099D2D}" type="sibTrans" cxnId="{4AEC7CDE-4500-4A4D-B9BE-D0563088C89C}">
      <dgm:prSet/>
      <dgm:spPr/>
      <dgm:t>
        <a:bodyPr/>
        <a:lstStyle/>
        <a:p>
          <a:endParaRPr lang="es-ES"/>
        </a:p>
      </dgm:t>
    </dgm:pt>
    <dgm:pt modelId="{E41A01AB-E0C9-4D77-9438-62966C6E047F}">
      <dgm:prSet/>
      <dgm:spPr/>
      <dgm:t>
        <a:bodyPr/>
        <a:lstStyle/>
        <a:p>
          <a:r>
            <a:rPr lang="es-ES" b="0" i="0" u="none" dirty="0"/>
            <a:t>Materia Prima.</a:t>
          </a:r>
        </a:p>
      </dgm:t>
    </dgm:pt>
    <dgm:pt modelId="{F0BAAB7F-69FD-4298-B959-3FF18D094231}" type="parTrans" cxnId="{D6C1307B-573B-45CA-8A1D-BE629FD4C45A}">
      <dgm:prSet/>
      <dgm:spPr/>
      <dgm:t>
        <a:bodyPr/>
        <a:lstStyle/>
        <a:p>
          <a:endParaRPr lang="es-ES"/>
        </a:p>
      </dgm:t>
    </dgm:pt>
    <dgm:pt modelId="{96726A59-FDF7-4181-B495-B54FAE6A74A0}" type="sibTrans" cxnId="{D6C1307B-573B-45CA-8A1D-BE629FD4C45A}">
      <dgm:prSet/>
      <dgm:spPr/>
      <dgm:t>
        <a:bodyPr/>
        <a:lstStyle/>
        <a:p>
          <a:endParaRPr lang="es-ES"/>
        </a:p>
      </dgm:t>
    </dgm:pt>
    <dgm:pt modelId="{D63241AA-D084-486B-B229-BBD6EF412F56}">
      <dgm:prSet/>
      <dgm:spPr/>
      <dgm:t>
        <a:bodyPr/>
        <a:lstStyle/>
        <a:p>
          <a:r>
            <a:rPr lang="es-ES" b="0" i="0" u="none" dirty="0"/>
            <a:t>Producto acabado.</a:t>
          </a:r>
        </a:p>
      </dgm:t>
    </dgm:pt>
    <dgm:pt modelId="{C3D0804E-DD98-433F-AE34-5C533AB3FB33}" type="parTrans" cxnId="{5FAE08C3-4C83-4EC3-AA31-CA0433483113}">
      <dgm:prSet/>
      <dgm:spPr/>
      <dgm:t>
        <a:bodyPr/>
        <a:lstStyle/>
        <a:p>
          <a:endParaRPr lang="es-ES"/>
        </a:p>
      </dgm:t>
    </dgm:pt>
    <dgm:pt modelId="{0A5758CF-FC95-4ACB-8D5E-D4EA415F9B3A}" type="sibTrans" cxnId="{5FAE08C3-4C83-4EC3-AA31-CA0433483113}">
      <dgm:prSet/>
      <dgm:spPr/>
      <dgm:t>
        <a:bodyPr/>
        <a:lstStyle/>
        <a:p>
          <a:endParaRPr lang="es-ES"/>
        </a:p>
      </dgm:t>
    </dgm:pt>
    <dgm:pt modelId="{5A83AFAC-3ABA-40BD-9DE5-6E74C85F078A}">
      <dgm:prSet/>
      <dgm:spPr/>
      <dgm:t>
        <a:bodyPr/>
        <a:lstStyle/>
        <a:p>
          <a:r>
            <a:rPr lang="es-ES" b="0" i="0" u="none" dirty="0"/>
            <a:t>Producto en proceso.</a:t>
          </a:r>
        </a:p>
      </dgm:t>
    </dgm:pt>
    <dgm:pt modelId="{DAECEC2A-4E62-4012-928B-D849254C0811}" type="parTrans" cxnId="{5072D6AC-97D4-4602-AF0C-53BBD09DD70E}">
      <dgm:prSet/>
      <dgm:spPr/>
      <dgm:t>
        <a:bodyPr/>
        <a:lstStyle/>
        <a:p>
          <a:endParaRPr lang="es-ES"/>
        </a:p>
      </dgm:t>
    </dgm:pt>
    <dgm:pt modelId="{6A8661D4-EBBA-46B3-8D8D-4B5381D30EF3}" type="sibTrans" cxnId="{5072D6AC-97D4-4602-AF0C-53BBD09DD70E}">
      <dgm:prSet/>
      <dgm:spPr/>
      <dgm:t>
        <a:bodyPr/>
        <a:lstStyle/>
        <a:p>
          <a:endParaRPr lang="es-ES"/>
        </a:p>
      </dgm:t>
    </dgm:pt>
    <dgm:pt modelId="{91B56652-C62D-4AAA-B49A-2A62521F8706}">
      <dgm:prSet phldrT="[Texto]"/>
      <dgm:spPr/>
      <dgm:t>
        <a:bodyPr/>
        <a:lstStyle/>
        <a:p>
          <a:r>
            <a:rPr lang="es-ES" b="0" i="0" u="none" dirty="0"/>
            <a:t>MÁQUINAS Y EQUIPOS</a:t>
          </a:r>
        </a:p>
      </dgm:t>
    </dgm:pt>
    <dgm:pt modelId="{E3B91E8F-2B95-4CCC-8D3A-F8291899B0CF}" type="parTrans" cxnId="{27793D12-844A-472F-B79E-86DECBA926D1}">
      <dgm:prSet/>
      <dgm:spPr/>
      <dgm:t>
        <a:bodyPr/>
        <a:lstStyle/>
        <a:p>
          <a:endParaRPr lang="es-ES"/>
        </a:p>
      </dgm:t>
    </dgm:pt>
    <dgm:pt modelId="{AD53B34D-6738-45B1-B1CB-C58AAE9743FB}" type="sibTrans" cxnId="{27793D12-844A-472F-B79E-86DECBA926D1}">
      <dgm:prSet/>
      <dgm:spPr/>
      <dgm:t>
        <a:bodyPr/>
        <a:lstStyle/>
        <a:p>
          <a:endParaRPr lang="es-ES"/>
        </a:p>
      </dgm:t>
    </dgm:pt>
    <dgm:pt modelId="{66CA9F57-5B50-490D-9C24-20F088D1BF3F}">
      <dgm:prSet/>
      <dgm:spPr/>
      <dgm:t>
        <a:bodyPr/>
        <a:lstStyle/>
        <a:p>
          <a:r>
            <a:rPr lang="es-ES" b="0" i="0" u="none" dirty="0"/>
            <a:t>Máquinas de trabajo.</a:t>
          </a:r>
        </a:p>
      </dgm:t>
    </dgm:pt>
    <dgm:pt modelId="{53951858-547D-47D5-A5B0-41B279006CE8}" type="parTrans" cxnId="{DA4C88DE-1D54-4467-A589-A99D4DB0307C}">
      <dgm:prSet/>
      <dgm:spPr/>
      <dgm:t>
        <a:bodyPr/>
        <a:lstStyle/>
        <a:p>
          <a:endParaRPr lang="es-ES"/>
        </a:p>
      </dgm:t>
    </dgm:pt>
    <dgm:pt modelId="{5DC4A80B-EE10-4DA8-B977-B22DB81DB731}" type="sibTrans" cxnId="{DA4C88DE-1D54-4467-A589-A99D4DB0307C}">
      <dgm:prSet/>
      <dgm:spPr/>
      <dgm:t>
        <a:bodyPr/>
        <a:lstStyle/>
        <a:p>
          <a:endParaRPr lang="es-ES"/>
        </a:p>
      </dgm:t>
    </dgm:pt>
    <dgm:pt modelId="{099F7646-D961-46AB-8A0E-8AF11EA16EBD}">
      <dgm:prSet/>
      <dgm:spPr/>
      <dgm:t>
        <a:bodyPr/>
        <a:lstStyle/>
        <a:p>
          <a:r>
            <a:rPr lang="es-ES" dirty="0"/>
            <a:t>Utillajes de trabajo.</a:t>
          </a:r>
        </a:p>
      </dgm:t>
    </dgm:pt>
    <dgm:pt modelId="{EE2777E1-357C-4520-94F0-65245FB9827D}" type="parTrans" cxnId="{EABAE5BC-0667-4771-9CB8-1A24940E0DBB}">
      <dgm:prSet/>
      <dgm:spPr/>
      <dgm:t>
        <a:bodyPr/>
        <a:lstStyle/>
        <a:p>
          <a:endParaRPr lang="es-ES"/>
        </a:p>
      </dgm:t>
    </dgm:pt>
    <dgm:pt modelId="{8A3C8573-3C7F-41CE-87E2-A772FC3DDDEF}" type="sibTrans" cxnId="{EABAE5BC-0667-4771-9CB8-1A24940E0DBB}">
      <dgm:prSet/>
      <dgm:spPr/>
      <dgm:t>
        <a:bodyPr/>
        <a:lstStyle/>
        <a:p>
          <a:endParaRPr lang="es-ES"/>
        </a:p>
      </dgm:t>
    </dgm:pt>
    <dgm:pt modelId="{0D04CA73-5EAE-402A-AA7D-75C30DA906C9}">
      <dgm:prSet/>
      <dgm:spPr/>
      <dgm:t>
        <a:bodyPr/>
        <a:lstStyle/>
        <a:p>
          <a:r>
            <a:rPr lang="es-ES" b="0" i="0" u="none" dirty="0"/>
            <a:t>Equipos y accesorios de Elevación.</a:t>
          </a:r>
          <a:endParaRPr lang="es-ES" dirty="0"/>
        </a:p>
      </dgm:t>
    </dgm:pt>
    <dgm:pt modelId="{7E6CD7C9-3681-48D9-9D48-24B21655DE59}" type="parTrans" cxnId="{5FE07202-4330-49A7-AF1A-D82E1CC3B18C}">
      <dgm:prSet/>
      <dgm:spPr/>
      <dgm:t>
        <a:bodyPr/>
        <a:lstStyle/>
        <a:p>
          <a:endParaRPr lang="es-ES"/>
        </a:p>
      </dgm:t>
    </dgm:pt>
    <dgm:pt modelId="{8C23BE29-4AFA-4F50-BEEF-ED3F5548E4E1}" type="sibTrans" cxnId="{5FE07202-4330-49A7-AF1A-D82E1CC3B18C}">
      <dgm:prSet/>
      <dgm:spPr/>
      <dgm:t>
        <a:bodyPr/>
        <a:lstStyle/>
        <a:p>
          <a:endParaRPr lang="es-ES"/>
        </a:p>
      </dgm:t>
    </dgm:pt>
    <dgm:pt modelId="{A4111533-A55B-4344-BC3D-4D0249555CF3}">
      <dgm:prSet/>
      <dgm:spPr/>
      <dgm:t>
        <a:bodyPr/>
        <a:lstStyle/>
        <a:p>
          <a:r>
            <a:rPr lang="es-ES" b="0" i="0" u="none" dirty="0"/>
            <a:t>Equipos de ensayo y verificación.</a:t>
          </a:r>
          <a:endParaRPr lang="es-ES" dirty="0"/>
        </a:p>
      </dgm:t>
    </dgm:pt>
    <dgm:pt modelId="{39A1ACA5-9CE2-45D0-A595-DB9EFE0F2C1D}" type="parTrans" cxnId="{F290EB8E-6966-4B1C-89E3-21B5DA03D6D7}">
      <dgm:prSet/>
      <dgm:spPr/>
      <dgm:t>
        <a:bodyPr/>
        <a:lstStyle/>
        <a:p>
          <a:endParaRPr lang="es-ES"/>
        </a:p>
      </dgm:t>
    </dgm:pt>
    <dgm:pt modelId="{806D9799-E68B-4572-AA67-87F7099A7A37}" type="sibTrans" cxnId="{F290EB8E-6966-4B1C-89E3-21B5DA03D6D7}">
      <dgm:prSet/>
      <dgm:spPr/>
      <dgm:t>
        <a:bodyPr/>
        <a:lstStyle/>
        <a:p>
          <a:endParaRPr lang="es-ES"/>
        </a:p>
      </dgm:t>
    </dgm:pt>
    <dgm:pt modelId="{6F0FA0B6-4FFA-4AF4-A44A-854987C8BF9C}">
      <dgm:prSet/>
      <dgm:spPr/>
      <dgm:t>
        <a:bodyPr/>
        <a:lstStyle/>
        <a:p>
          <a:r>
            <a:rPr lang="es-ES" b="0" i="0" u="none" dirty="0"/>
            <a:t>Herramientas de ensamblaje .</a:t>
          </a:r>
          <a:endParaRPr lang="es-ES" dirty="0"/>
        </a:p>
      </dgm:t>
    </dgm:pt>
    <dgm:pt modelId="{36EC24C7-4A79-4DBA-9B2D-4F447BB47BED}" type="parTrans" cxnId="{3C0D7044-4072-4A5B-82D6-2F00F1F639C6}">
      <dgm:prSet/>
      <dgm:spPr/>
      <dgm:t>
        <a:bodyPr/>
        <a:lstStyle/>
        <a:p>
          <a:endParaRPr lang="es-ES"/>
        </a:p>
      </dgm:t>
    </dgm:pt>
    <dgm:pt modelId="{414282E9-2923-4717-BCAB-D4CF56B45884}" type="sibTrans" cxnId="{3C0D7044-4072-4A5B-82D6-2F00F1F639C6}">
      <dgm:prSet/>
      <dgm:spPr/>
      <dgm:t>
        <a:bodyPr/>
        <a:lstStyle/>
        <a:p>
          <a:endParaRPr lang="es-ES"/>
        </a:p>
      </dgm:t>
    </dgm:pt>
    <dgm:pt modelId="{AF0CEE70-33A1-41BB-8729-9A306B6A6779}">
      <dgm:prSet/>
      <dgm:spPr/>
      <dgm:t>
        <a:bodyPr/>
        <a:lstStyle/>
        <a:p>
          <a:r>
            <a:rPr lang="es-ES" b="0" i="0" u="none" dirty="0"/>
            <a:t>Equipos informáticos.</a:t>
          </a:r>
          <a:endParaRPr lang="es-ES" dirty="0"/>
        </a:p>
      </dgm:t>
    </dgm:pt>
    <dgm:pt modelId="{EB8FA3EB-8A93-407C-8694-501568AAB581}" type="parTrans" cxnId="{F59A33E4-DD95-4EEE-A4D4-7EA1D6322369}">
      <dgm:prSet/>
      <dgm:spPr/>
      <dgm:t>
        <a:bodyPr/>
        <a:lstStyle/>
        <a:p>
          <a:endParaRPr lang="es-ES"/>
        </a:p>
      </dgm:t>
    </dgm:pt>
    <dgm:pt modelId="{F29E6D87-57FE-47E5-84CC-344A2462B648}" type="sibTrans" cxnId="{F59A33E4-DD95-4EEE-A4D4-7EA1D6322369}">
      <dgm:prSet/>
      <dgm:spPr/>
      <dgm:t>
        <a:bodyPr/>
        <a:lstStyle/>
        <a:p>
          <a:endParaRPr lang="es-ES"/>
        </a:p>
      </dgm:t>
    </dgm:pt>
    <dgm:pt modelId="{E64B27B7-BA63-41BB-84E0-271748C3930B}">
      <dgm:prSet/>
      <dgm:spPr/>
      <dgm:t>
        <a:bodyPr/>
        <a:lstStyle/>
        <a:p>
          <a:r>
            <a:rPr lang="es-ES" dirty="0"/>
            <a:t>Equipos de limpieza.</a:t>
          </a:r>
        </a:p>
      </dgm:t>
    </dgm:pt>
    <dgm:pt modelId="{BBA2088F-F52A-4E4B-9130-1A6651DBA23F}" type="parTrans" cxnId="{0347D30B-CB8E-449C-ABF1-BC0FC2BEFF89}">
      <dgm:prSet/>
      <dgm:spPr/>
      <dgm:t>
        <a:bodyPr/>
        <a:lstStyle/>
        <a:p>
          <a:endParaRPr lang="es-ES"/>
        </a:p>
      </dgm:t>
    </dgm:pt>
    <dgm:pt modelId="{730B99C1-542A-4F12-811E-2A35B8FD14AF}" type="sibTrans" cxnId="{0347D30B-CB8E-449C-ABF1-BC0FC2BEFF89}">
      <dgm:prSet/>
      <dgm:spPr/>
      <dgm:t>
        <a:bodyPr/>
        <a:lstStyle/>
        <a:p>
          <a:endParaRPr lang="es-ES"/>
        </a:p>
      </dgm:t>
    </dgm:pt>
    <dgm:pt modelId="{7E0BAE7B-31AD-41DF-BE16-C2D907C0ED6D}">
      <dgm:prSet phldrT="[Texto]"/>
      <dgm:spPr/>
      <dgm:t>
        <a:bodyPr/>
        <a:lstStyle/>
        <a:p>
          <a:r>
            <a:rPr lang="es-ES" dirty="0"/>
            <a:t>TRANSPORTE Y ALMACENAJE</a:t>
          </a:r>
        </a:p>
      </dgm:t>
    </dgm:pt>
    <dgm:pt modelId="{BD65791F-3A43-4AC8-8EDF-041F5676B856}" type="parTrans" cxnId="{A977D8D7-AFA0-46A1-81DA-0AEE612A51F3}">
      <dgm:prSet/>
      <dgm:spPr/>
      <dgm:t>
        <a:bodyPr/>
        <a:lstStyle/>
        <a:p>
          <a:endParaRPr lang="es-ES"/>
        </a:p>
      </dgm:t>
    </dgm:pt>
    <dgm:pt modelId="{830046A1-53D8-419B-8D1F-AB8EA5A51FE3}" type="sibTrans" cxnId="{A977D8D7-AFA0-46A1-81DA-0AEE612A51F3}">
      <dgm:prSet/>
      <dgm:spPr/>
      <dgm:t>
        <a:bodyPr/>
        <a:lstStyle/>
        <a:p>
          <a:endParaRPr lang="es-ES"/>
        </a:p>
      </dgm:t>
    </dgm:pt>
    <dgm:pt modelId="{E133B569-EF6B-4DE1-A01E-68BEF180C60C}">
      <dgm:prSet/>
      <dgm:spPr/>
      <dgm:t>
        <a:bodyPr/>
        <a:lstStyle/>
        <a:p>
          <a:r>
            <a:rPr lang="es-ES" b="0" i="0" u="none" dirty="0"/>
            <a:t>Máquinas de transporte.</a:t>
          </a:r>
          <a:endParaRPr lang="es-ES" dirty="0"/>
        </a:p>
      </dgm:t>
    </dgm:pt>
    <dgm:pt modelId="{525E3361-0E94-4D4A-9D88-282E10E805D4}" type="parTrans" cxnId="{2EBC0968-FE04-4708-84AA-5E406CD939AB}">
      <dgm:prSet/>
      <dgm:spPr/>
      <dgm:t>
        <a:bodyPr/>
        <a:lstStyle/>
        <a:p>
          <a:endParaRPr lang="es-ES"/>
        </a:p>
      </dgm:t>
    </dgm:pt>
    <dgm:pt modelId="{555AFDEE-87C0-4AB9-8C7B-1E299CE44F9E}" type="sibTrans" cxnId="{2EBC0968-FE04-4708-84AA-5E406CD939AB}">
      <dgm:prSet/>
      <dgm:spPr/>
      <dgm:t>
        <a:bodyPr/>
        <a:lstStyle/>
        <a:p>
          <a:endParaRPr lang="es-ES"/>
        </a:p>
      </dgm:t>
    </dgm:pt>
    <dgm:pt modelId="{D893F79D-DE4D-4CF5-9721-3751BB8FA001}">
      <dgm:prSet/>
      <dgm:spPr/>
      <dgm:t>
        <a:bodyPr/>
        <a:lstStyle/>
        <a:p>
          <a:r>
            <a:rPr lang="es-ES" b="0" i="0" u="none" dirty="0"/>
            <a:t>Utillajes de transporte, Pallets, embalajes de madera, cajas.</a:t>
          </a:r>
          <a:endParaRPr lang="es-ES" dirty="0"/>
        </a:p>
      </dgm:t>
    </dgm:pt>
    <dgm:pt modelId="{7365DADB-43FF-4F65-87CD-0A9EC228EE8E}" type="parTrans" cxnId="{0FFB93AF-CFD5-4069-B9EE-A207C3FE7268}">
      <dgm:prSet/>
      <dgm:spPr/>
      <dgm:t>
        <a:bodyPr/>
        <a:lstStyle/>
        <a:p>
          <a:endParaRPr lang="es-ES"/>
        </a:p>
      </dgm:t>
    </dgm:pt>
    <dgm:pt modelId="{5DAFBD7D-9786-456A-B935-FBEF6CBF6F60}" type="sibTrans" cxnId="{0FFB93AF-CFD5-4069-B9EE-A207C3FE7268}">
      <dgm:prSet/>
      <dgm:spPr/>
      <dgm:t>
        <a:bodyPr/>
        <a:lstStyle/>
        <a:p>
          <a:endParaRPr lang="es-ES"/>
        </a:p>
      </dgm:t>
    </dgm:pt>
    <dgm:pt modelId="{06F2D6A9-60F6-45BB-91D6-B2938F392F60}">
      <dgm:prSet/>
      <dgm:spPr/>
      <dgm:t>
        <a:bodyPr/>
        <a:lstStyle/>
        <a:p>
          <a:r>
            <a:rPr lang="es-ES" dirty="0"/>
            <a:t>Estanterías, gavetas, contenedores.</a:t>
          </a:r>
        </a:p>
      </dgm:t>
    </dgm:pt>
    <dgm:pt modelId="{7979CBFA-9874-43DE-A953-0E86E4DB7466}" type="parTrans" cxnId="{F173CF82-8985-413B-A6E0-1084DFD08AFE}">
      <dgm:prSet/>
      <dgm:spPr/>
      <dgm:t>
        <a:bodyPr/>
        <a:lstStyle/>
        <a:p>
          <a:endParaRPr lang="es-ES"/>
        </a:p>
      </dgm:t>
    </dgm:pt>
    <dgm:pt modelId="{381A62B7-B7A1-4B28-B15E-CA458C99BCE4}" type="sibTrans" cxnId="{F173CF82-8985-413B-A6E0-1084DFD08AFE}">
      <dgm:prSet/>
      <dgm:spPr/>
      <dgm:t>
        <a:bodyPr/>
        <a:lstStyle/>
        <a:p>
          <a:endParaRPr lang="es-ES"/>
        </a:p>
      </dgm:t>
    </dgm:pt>
    <dgm:pt modelId="{C2BD972F-CA93-4A88-8182-C3A8FF44CBF7}">
      <dgm:prSet/>
      <dgm:spPr/>
      <dgm:t>
        <a:bodyPr/>
        <a:lstStyle/>
        <a:p>
          <a:r>
            <a:rPr lang="es-ES" b="0" i="0" u="none" dirty="0"/>
            <a:t>Bolsas, plásticos , protecciones, elementos de flejado </a:t>
          </a:r>
          <a:endParaRPr lang="es-ES" dirty="0"/>
        </a:p>
      </dgm:t>
    </dgm:pt>
    <dgm:pt modelId="{35A7E2DF-A4FE-433C-880D-5662D1AA94D7}" type="parTrans" cxnId="{9E66D08D-6D03-45F7-98EA-CD01F011C9CE}">
      <dgm:prSet/>
      <dgm:spPr/>
      <dgm:t>
        <a:bodyPr/>
        <a:lstStyle/>
        <a:p>
          <a:endParaRPr lang="es-ES"/>
        </a:p>
      </dgm:t>
    </dgm:pt>
    <dgm:pt modelId="{0D20C555-1DA3-49B8-B8DF-5EDD6AF7C3CB}" type="sibTrans" cxnId="{9E66D08D-6D03-45F7-98EA-CD01F011C9CE}">
      <dgm:prSet/>
      <dgm:spPr/>
      <dgm:t>
        <a:bodyPr/>
        <a:lstStyle/>
        <a:p>
          <a:endParaRPr lang="es-ES"/>
        </a:p>
      </dgm:t>
    </dgm:pt>
    <dgm:pt modelId="{4164AD82-30F4-4E70-8B9D-2832E303F7D6}">
      <dgm:prSet/>
      <dgm:spPr/>
      <dgm:t>
        <a:bodyPr/>
        <a:lstStyle/>
        <a:p>
          <a:r>
            <a:rPr lang="es-ES" dirty="0"/>
            <a:t>Carros de transporte.</a:t>
          </a:r>
        </a:p>
      </dgm:t>
    </dgm:pt>
    <dgm:pt modelId="{B8217DFE-25FA-4EDE-A24A-193B39200285}" type="parTrans" cxnId="{74371171-36D4-45AD-831D-2D104B85AB7F}">
      <dgm:prSet/>
      <dgm:spPr/>
      <dgm:t>
        <a:bodyPr/>
        <a:lstStyle/>
        <a:p>
          <a:endParaRPr lang="es-ES"/>
        </a:p>
      </dgm:t>
    </dgm:pt>
    <dgm:pt modelId="{4FDC17A9-0531-4E12-A3C3-FD4FE753FDD5}" type="sibTrans" cxnId="{74371171-36D4-45AD-831D-2D104B85AB7F}">
      <dgm:prSet/>
      <dgm:spPr/>
      <dgm:t>
        <a:bodyPr/>
        <a:lstStyle/>
        <a:p>
          <a:endParaRPr lang="es-ES"/>
        </a:p>
      </dgm:t>
    </dgm:pt>
    <dgm:pt modelId="{18CBCC56-3DAC-48FC-B2D7-791313659C51}">
      <dgm:prSet phldrT="[Texto]"/>
      <dgm:spPr/>
      <dgm:t>
        <a:bodyPr/>
        <a:lstStyle/>
        <a:p>
          <a:r>
            <a:rPr lang="es-ES" dirty="0"/>
            <a:t>MOBILIARIO</a:t>
          </a:r>
        </a:p>
      </dgm:t>
    </dgm:pt>
    <dgm:pt modelId="{AB5E9A43-CE7F-4CD0-8FBC-C1601AF14F5C}" type="parTrans" cxnId="{BB31BADB-2DC1-4458-88FB-C8746C456264}">
      <dgm:prSet/>
      <dgm:spPr/>
      <dgm:t>
        <a:bodyPr/>
        <a:lstStyle/>
        <a:p>
          <a:endParaRPr lang="es-ES"/>
        </a:p>
      </dgm:t>
    </dgm:pt>
    <dgm:pt modelId="{6D46B4DC-2C1E-40E6-9CC2-A4E778CCA6F5}" type="sibTrans" cxnId="{BB31BADB-2DC1-4458-88FB-C8746C456264}">
      <dgm:prSet/>
      <dgm:spPr/>
      <dgm:t>
        <a:bodyPr/>
        <a:lstStyle/>
        <a:p>
          <a:endParaRPr lang="es-ES"/>
        </a:p>
      </dgm:t>
    </dgm:pt>
    <dgm:pt modelId="{72342458-A38E-4FC1-BCC2-5B57B83FD55D}">
      <dgm:prSet phldrT="[Texto]"/>
      <dgm:spPr/>
      <dgm:t>
        <a:bodyPr/>
        <a:lstStyle/>
        <a:p>
          <a:r>
            <a:rPr lang="es-ES" b="0" i="0" u="none" dirty="0"/>
            <a:t>Bancos de trabajo</a:t>
          </a:r>
          <a:endParaRPr lang="es-ES" dirty="0"/>
        </a:p>
      </dgm:t>
    </dgm:pt>
    <dgm:pt modelId="{34523AD5-3736-4D8A-87CF-BC05B6C17010}" type="parTrans" cxnId="{25F9E651-BDB2-470D-B1C2-32749E8A57B2}">
      <dgm:prSet/>
      <dgm:spPr/>
      <dgm:t>
        <a:bodyPr/>
        <a:lstStyle/>
        <a:p>
          <a:endParaRPr lang="es-ES"/>
        </a:p>
      </dgm:t>
    </dgm:pt>
    <dgm:pt modelId="{BBD9B4C1-FA0F-45A3-A1BF-A8D4DC119FED}" type="sibTrans" cxnId="{25F9E651-BDB2-470D-B1C2-32749E8A57B2}">
      <dgm:prSet/>
      <dgm:spPr/>
      <dgm:t>
        <a:bodyPr/>
        <a:lstStyle/>
        <a:p>
          <a:endParaRPr lang="es-ES"/>
        </a:p>
      </dgm:t>
    </dgm:pt>
    <dgm:pt modelId="{1418F005-8142-495A-ACE9-AF7F2EDA30A7}">
      <dgm:prSet/>
      <dgm:spPr/>
      <dgm:t>
        <a:bodyPr/>
        <a:lstStyle/>
        <a:p>
          <a:r>
            <a:rPr lang="es-ES" b="0" i="0" u="none" dirty="0"/>
            <a:t>Paneles herramienta</a:t>
          </a:r>
        </a:p>
      </dgm:t>
    </dgm:pt>
    <dgm:pt modelId="{14E7F61B-A525-4888-A666-AE166C12E85A}" type="parTrans" cxnId="{5C0BD73B-2572-451A-8C9B-9C0C3219558E}">
      <dgm:prSet/>
      <dgm:spPr/>
      <dgm:t>
        <a:bodyPr/>
        <a:lstStyle/>
        <a:p>
          <a:endParaRPr lang="es-ES"/>
        </a:p>
      </dgm:t>
    </dgm:pt>
    <dgm:pt modelId="{D1F33F5B-EB60-4176-A450-F9DBCE9A5164}" type="sibTrans" cxnId="{5C0BD73B-2572-451A-8C9B-9C0C3219558E}">
      <dgm:prSet/>
      <dgm:spPr/>
      <dgm:t>
        <a:bodyPr/>
        <a:lstStyle/>
        <a:p>
          <a:endParaRPr lang="es-ES"/>
        </a:p>
      </dgm:t>
    </dgm:pt>
    <dgm:pt modelId="{060E6B65-3BDD-47BA-839D-DE351774DD11}">
      <dgm:prSet/>
      <dgm:spPr/>
      <dgm:t>
        <a:bodyPr/>
        <a:lstStyle/>
        <a:p>
          <a:r>
            <a:rPr lang="es-ES" b="0" i="0" u="none" dirty="0"/>
            <a:t>Armarios o taquillas</a:t>
          </a:r>
        </a:p>
      </dgm:t>
    </dgm:pt>
    <dgm:pt modelId="{F2B8F7BC-BD7F-43C0-9368-051D5AAA41B6}" type="parTrans" cxnId="{D400D125-E72D-41B8-80A4-4F97DEF6A301}">
      <dgm:prSet/>
      <dgm:spPr/>
      <dgm:t>
        <a:bodyPr/>
        <a:lstStyle/>
        <a:p>
          <a:endParaRPr lang="es-ES"/>
        </a:p>
      </dgm:t>
    </dgm:pt>
    <dgm:pt modelId="{4D49FD35-33B4-4367-A9CE-322B83D21AAD}" type="sibTrans" cxnId="{D400D125-E72D-41B8-80A4-4F97DEF6A301}">
      <dgm:prSet/>
      <dgm:spPr/>
      <dgm:t>
        <a:bodyPr/>
        <a:lstStyle/>
        <a:p>
          <a:endParaRPr lang="es-ES"/>
        </a:p>
      </dgm:t>
    </dgm:pt>
    <dgm:pt modelId="{78F5CF95-49A8-4003-8886-EDAA06D71C6A}">
      <dgm:prSet/>
      <dgm:spPr/>
      <dgm:t>
        <a:bodyPr/>
        <a:lstStyle/>
        <a:p>
          <a:r>
            <a:rPr lang="es-ES" b="0" i="0" u="none" dirty="0"/>
            <a:t>Sillas, mesas</a:t>
          </a:r>
        </a:p>
      </dgm:t>
    </dgm:pt>
    <dgm:pt modelId="{9AAF29FE-5C15-4000-8358-6927EB5B88CD}" type="parTrans" cxnId="{8327C6DD-58D0-4B02-819C-854F9DE342A6}">
      <dgm:prSet/>
      <dgm:spPr/>
      <dgm:t>
        <a:bodyPr/>
        <a:lstStyle/>
        <a:p>
          <a:endParaRPr lang="es-ES"/>
        </a:p>
      </dgm:t>
    </dgm:pt>
    <dgm:pt modelId="{9053A816-DB30-493A-A457-E83A69E89363}" type="sibTrans" cxnId="{8327C6DD-58D0-4B02-819C-854F9DE342A6}">
      <dgm:prSet/>
      <dgm:spPr/>
      <dgm:t>
        <a:bodyPr/>
        <a:lstStyle/>
        <a:p>
          <a:endParaRPr lang="es-ES"/>
        </a:p>
      </dgm:t>
    </dgm:pt>
    <dgm:pt modelId="{2D04621D-051F-4437-9A53-A14A78F8388A}">
      <dgm:prSet/>
      <dgm:spPr/>
      <dgm:t>
        <a:bodyPr/>
        <a:lstStyle/>
        <a:p>
          <a:r>
            <a:rPr lang="es-ES" b="0" i="0" u="none" dirty="0"/>
            <a:t>Paneles u otros soportes para información</a:t>
          </a:r>
        </a:p>
      </dgm:t>
    </dgm:pt>
    <dgm:pt modelId="{DA2FC731-085A-4AF4-B22B-E07EE7E29BA9}" type="parTrans" cxnId="{2554BC1A-457C-45D4-9681-C74BE2AF2F16}">
      <dgm:prSet/>
      <dgm:spPr/>
      <dgm:t>
        <a:bodyPr/>
        <a:lstStyle/>
        <a:p>
          <a:endParaRPr lang="es-ES"/>
        </a:p>
      </dgm:t>
    </dgm:pt>
    <dgm:pt modelId="{A60E8267-32EC-4ADB-A738-6F4A0007174C}" type="sibTrans" cxnId="{2554BC1A-457C-45D4-9681-C74BE2AF2F16}">
      <dgm:prSet/>
      <dgm:spPr/>
      <dgm:t>
        <a:bodyPr/>
        <a:lstStyle/>
        <a:p>
          <a:endParaRPr lang="es-ES"/>
        </a:p>
      </dgm:t>
    </dgm:pt>
    <dgm:pt modelId="{4FF4EDCA-AC48-4541-A877-6E29B87A6A10}">
      <dgm:prSet phldrT="[Texto]"/>
      <dgm:spPr/>
      <dgm:t>
        <a:bodyPr/>
        <a:lstStyle/>
        <a:p>
          <a:r>
            <a:rPr lang="es-ES" dirty="0"/>
            <a:t>INFORMACIÓN</a:t>
          </a:r>
          <a:endParaRPr lang="es-ES" b="0" i="0" u="none" dirty="0"/>
        </a:p>
      </dgm:t>
    </dgm:pt>
    <dgm:pt modelId="{EA9F0FC7-9921-466E-A810-02D44A553B18}" type="parTrans" cxnId="{8718E82B-64B1-47B3-90AB-5A48407E167E}">
      <dgm:prSet/>
      <dgm:spPr/>
      <dgm:t>
        <a:bodyPr/>
        <a:lstStyle/>
        <a:p>
          <a:endParaRPr lang="es-ES"/>
        </a:p>
      </dgm:t>
    </dgm:pt>
    <dgm:pt modelId="{BF696891-B718-420E-83FA-7CED9D4144D3}" type="sibTrans" cxnId="{8718E82B-64B1-47B3-90AB-5A48407E167E}">
      <dgm:prSet/>
      <dgm:spPr/>
      <dgm:t>
        <a:bodyPr/>
        <a:lstStyle/>
        <a:p>
          <a:endParaRPr lang="es-ES"/>
        </a:p>
      </dgm:t>
    </dgm:pt>
    <dgm:pt modelId="{975E181D-173B-4FB5-907F-0D754E96EF6B}">
      <dgm:prSet phldrT="[Texto]"/>
      <dgm:spPr/>
      <dgm:t>
        <a:bodyPr/>
        <a:lstStyle/>
        <a:p>
          <a:r>
            <a:rPr lang="es-ES" b="0" i="0" u="none" dirty="0"/>
            <a:t>Planos, instrucciones, boletines de trabajo.</a:t>
          </a:r>
          <a:endParaRPr lang="es-ES" dirty="0"/>
        </a:p>
      </dgm:t>
    </dgm:pt>
    <dgm:pt modelId="{5987E9E3-F202-4E5D-9CC5-827BF1A2F018}" type="parTrans" cxnId="{F86BDA2D-5863-4E32-8CFA-0954483F53F5}">
      <dgm:prSet/>
      <dgm:spPr/>
      <dgm:t>
        <a:bodyPr/>
        <a:lstStyle/>
        <a:p>
          <a:endParaRPr lang="es-ES"/>
        </a:p>
      </dgm:t>
    </dgm:pt>
    <dgm:pt modelId="{560DEAAB-B2E1-4781-A391-E613C4BFB179}" type="sibTrans" cxnId="{F86BDA2D-5863-4E32-8CFA-0954483F53F5}">
      <dgm:prSet/>
      <dgm:spPr/>
      <dgm:t>
        <a:bodyPr/>
        <a:lstStyle/>
        <a:p>
          <a:endParaRPr lang="es-ES"/>
        </a:p>
      </dgm:t>
    </dgm:pt>
    <dgm:pt modelId="{51D2421D-861B-41D1-8D27-1A73DB07BB0A}">
      <dgm:prSet/>
      <dgm:spPr/>
      <dgm:t>
        <a:bodyPr/>
        <a:lstStyle/>
        <a:p>
          <a:r>
            <a:rPr lang="es-ES" b="0" i="0" u="none" dirty="0"/>
            <a:t>Posters u otra información divulgativa.</a:t>
          </a:r>
          <a:endParaRPr lang="es-ES" dirty="0"/>
        </a:p>
      </dgm:t>
    </dgm:pt>
    <dgm:pt modelId="{76624AF5-0B32-4DCE-B89A-8E9279760751}" type="parTrans" cxnId="{D0ED7456-19DE-4833-9B17-FD681D4BFADB}">
      <dgm:prSet/>
      <dgm:spPr/>
      <dgm:t>
        <a:bodyPr/>
        <a:lstStyle/>
        <a:p>
          <a:endParaRPr lang="es-ES"/>
        </a:p>
      </dgm:t>
    </dgm:pt>
    <dgm:pt modelId="{46C96408-2A94-4000-AA6F-3BA603BABEB5}" type="sibTrans" cxnId="{D0ED7456-19DE-4833-9B17-FD681D4BFADB}">
      <dgm:prSet/>
      <dgm:spPr/>
      <dgm:t>
        <a:bodyPr/>
        <a:lstStyle/>
        <a:p>
          <a:endParaRPr lang="es-ES"/>
        </a:p>
      </dgm:t>
    </dgm:pt>
    <dgm:pt modelId="{C84E9089-63BA-48F1-9B01-C9057B15C3D1}">
      <dgm:prSet/>
      <dgm:spPr/>
      <dgm:t>
        <a:bodyPr/>
        <a:lstStyle/>
        <a:p>
          <a:r>
            <a:rPr lang="es-ES" b="0" i="0" u="none" dirty="0"/>
            <a:t>Información referente a indicadores.</a:t>
          </a:r>
          <a:endParaRPr lang="es-ES" dirty="0"/>
        </a:p>
      </dgm:t>
    </dgm:pt>
    <dgm:pt modelId="{5E9DB3D7-A34B-4386-AF73-9A47E2FD2AB5}" type="parTrans" cxnId="{CC23B8C2-FA4D-4A7A-BEA0-B00F40728571}">
      <dgm:prSet/>
      <dgm:spPr/>
      <dgm:t>
        <a:bodyPr/>
        <a:lstStyle/>
        <a:p>
          <a:endParaRPr lang="es-ES"/>
        </a:p>
      </dgm:t>
    </dgm:pt>
    <dgm:pt modelId="{391F058D-7038-4990-A1E1-99FE9E8E21E9}" type="sibTrans" cxnId="{CC23B8C2-FA4D-4A7A-BEA0-B00F40728571}">
      <dgm:prSet/>
      <dgm:spPr/>
      <dgm:t>
        <a:bodyPr/>
        <a:lstStyle/>
        <a:p>
          <a:endParaRPr lang="es-ES"/>
        </a:p>
      </dgm:t>
    </dgm:pt>
    <dgm:pt modelId="{1332BCB9-CE76-4C6E-9891-2B4D57E74EA6}">
      <dgm:prSet/>
      <dgm:spPr/>
      <dgm:t>
        <a:bodyPr/>
        <a:lstStyle/>
        <a:p>
          <a:r>
            <a:rPr lang="es-ES" b="0" i="0" u="none" dirty="0"/>
            <a:t>Carpetas o bandejas con documentación.</a:t>
          </a:r>
          <a:endParaRPr lang="es-ES" dirty="0"/>
        </a:p>
      </dgm:t>
    </dgm:pt>
    <dgm:pt modelId="{8CAF8A94-EF74-49FF-94C4-77B4A081BBF1}" type="parTrans" cxnId="{D06AFAAD-31B3-4445-81FE-63E69E922388}">
      <dgm:prSet/>
      <dgm:spPr/>
      <dgm:t>
        <a:bodyPr/>
        <a:lstStyle/>
        <a:p>
          <a:endParaRPr lang="es-ES"/>
        </a:p>
      </dgm:t>
    </dgm:pt>
    <dgm:pt modelId="{0AD31EA0-19FD-43BA-9FFB-5190C8B82B72}" type="sibTrans" cxnId="{D06AFAAD-31B3-4445-81FE-63E69E922388}">
      <dgm:prSet/>
      <dgm:spPr/>
      <dgm:t>
        <a:bodyPr/>
        <a:lstStyle/>
        <a:p>
          <a:endParaRPr lang="es-ES"/>
        </a:p>
      </dgm:t>
    </dgm:pt>
    <dgm:pt modelId="{B21DB45D-A6A6-41A0-852F-9ADD4939A8CF}">
      <dgm:prSet/>
      <dgm:spPr/>
      <dgm:t>
        <a:bodyPr/>
        <a:lstStyle/>
        <a:p>
          <a:r>
            <a:rPr lang="es-ES" b="0" i="0" u="none" dirty="0"/>
            <a:t>Información de seguridad. </a:t>
          </a:r>
          <a:endParaRPr lang="es-ES" dirty="0"/>
        </a:p>
      </dgm:t>
    </dgm:pt>
    <dgm:pt modelId="{A91B3317-DF8E-401D-B8FA-3F011CCFFAAF}" type="parTrans" cxnId="{CB3C755E-EF02-457D-9956-D1B67835CEA4}">
      <dgm:prSet/>
      <dgm:spPr/>
      <dgm:t>
        <a:bodyPr/>
        <a:lstStyle/>
        <a:p>
          <a:endParaRPr lang="es-ES"/>
        </a:p>
      </dgm:t>
    </dgm:pt>
    <dgm:pt modelId="{2A6DED76-4439-44A4-AEBA-B33D9A6C3F33}" type="sibTrans" cxnId="{CB3C755E-EF02-457D-9956-D1B67835CEA4}">
      <dgm:prSet/>
      <dgm:spPr/>
      <dgm:t>
        <a:bodyPr/>
        <a:lstStyle/>
        <a:p>
          <a:endParaRPr lang="es-ES"/>
        </a:p>
      </dgm:t>
    </dgm:pt>
    <dgm:pt modelId="{310F6982-62A5-4712-9E40-9B983790EBBA}" type="pres">
      <dgm:prSet presAssocID="{E3D3185E-45E4-497B-89C1-B7FCABA6C5E5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622275D-2B46-4E05-BFAA-476B64FBB3E7}" type="pres">
      <dgm:prSet presAssocID="{0B4FA3E1-7857-45B0-9188-3E0D4B2C05A1}" presName="root" presStyleCnt="0"/>
      <dgm:spPr/>
    </dgm:pt>
    <dgm:pt modelId="{4D3966BE-B591-43C1-8CF1-A9E726522EBE}" type="pres">
      <dgm:prSet presAssocID="{0B4FA3E1-7857-45B0-9188-3E0D4B2C05A1}" presName="rootComposite" presStyleCnt="0"/>
      <dgm:spPr/>
    </dgm:pt>
    <dgm:pt modelId="{E8F80042-85AF-40B5-AC54-EEE2A2DF306D}" type="pres">
      <dgm:prSet presAssocID="{0B4FA3E1-7857-45B0-9188-3E0D4B2C05A1}" presName="rootText" presStyleLbl="node1" presStyleIdx="0" presStyleCnt="5"/>
      <dgm:spPr/>
    </dgm:pt>
    <dgm:pt modelId="{B0FCF8AF-D10B-4401-A189-7916E2B43E1A}" type="pres">
      <dgm:prSet presAssocID="{0B4FA3E1-7857-45B0-9188-3E0D4B2C05A1}" presName="rootConnector" presStyleLbl="node1" presStyleIdx="0" presStyleCnt="5"/>
      <dgm:spPr/>
    </dgm:pt>
    <dgm:pt modelId="{985FCF02-C1CD-4FC4-B5D4-DF24263FFE95}" type="pres">
      <dgm:prSet presAssocID="{0B4FA3E1-7857-45B0-9188-3E0D4B2C05A1}" presName="childShape" presStyleCnt="0"/>
      <dgm:spPr/>
    </dgm:pt>
    <dgm:pt modelId="{A3339CC4-0FA5-4A14-ADC2-8C97F98C88FA}" type="pres">
      <dgm:prSet presAssocID="{15057AF6-D3AD-4668-986A-6786DD7A5F01}" presName="Name13" presStyleLbl="parChTrans1D2" presStyleIdx="0" presStyleCnt="26"/>
      <dgm:spPr/>
    </dgm:pt>
    <dgm:pt modelId="{E4FDDD6D-6780-48B3-9B55-A29C101AD1DE}" type="pres">
      <dgm:prSet presAssocID="{3FDE4E4E-F949-410C-BA6F-6342C3346450}" presName="childText" presStyleLbl="bgAcc1" presStyleIdx="0" presStyleCnt="26">
        <dgm:presLayoutVars>
          <dgm:bulletEnabled val="1"/>
        </dgm:presLayoutVars>
      </dgm:prSet>
      <dgm:spPr/>
    </dgm:pt>
    <dgm:pt modelId="{553FBDF1-F446-453B-9AFA-5010681CECB2}" type="pres">
      <dgm:prSet presAssocID="{F0BAAB7F-69FD-4298-B959-3FF18D094231}" presName="Name13" presStyleLbl="parChTrans1D2" presStyleIdx="1" presStyleCnt="26"/>
      <dgm:spPr/>
    </dgm:pt>
    <dgm:pt modelId="{1CCAA50E-A770-4F2F-8C62-7C5168E71B98}" type="pres">
      <dgm:prSet presAssocID="{E41A01AB-E0C9-4D77-9438-62966C6E047F}" presName="childText" presStyleLbl="bgAcc1" presStyleIdx="1" presStyleCnt="26">
        <dgm:presLayoutVars>
          <dgm:bulletEnabled val="1"/>
        </dgm:presLayoutVars>
      </dgm:prSet>
      <dgm:spPr/>
    </dgm:pt>
    <dgm:pt modelId="{6B049A3E-C27B-41E7-BA57-7C27531137F4}" type="pres">
      <dgm:prSet presAssocID="{DAECEC2A-4E62-4012-928B-D849254C0811}" presName="Name13" presStyleLbl="parChTrans1D2" presStyleIdx="2" presStyleCnt="26"/>
      <dgm:spPr/>
    </dgm:pt>
    <dgm:pt modelId="{F677F30B-711C-4152-80AF-DBD690913589}" type="pres">
      <dgm:prSet presAssocID="{5A83AFAC-3ABA-40BD-9DE5-6E74C85F078A}" presName="childText" presStyleLbl="bgAcc1" presStyleIdx="2" presStyleCnt="26">
        <dgm:presLayoutVars>
          <dgm:bulletEnabled val="1"/>
        </dgm:presLayoutVars>
      </dgm:prSet>
      <dgm:spPr/>
    </dgm:pt>
    <dgm:pt modelId="{D25941D4-919A-41E6-ACD4-8549EBA001DD}" type="pres">
      <dgm:prSet presAssocID="{C3D0804E-DD98-433F-AE34-5C533AB3FB33}" presName="Name13" presStyleLbl="parChTrans1D2" presStyleIdx="3" presStyleCnt="26"/>
      <dgm:spPr/>
    </dgm:pt>
    <dgm:pt modelId="{C6C603A9-CD5C-4119-A76A-38862C48DF85}" type="pres">
      <dgm:prSet presAssocID="{D63241AA-D084-486B-B229-BBD6EF412F56}" presName="childText" presStyleLbl="bgAcc1" presStyleIdx="3" presStyleCnt="26">
        <dgm:presLayoutVars>
          <dgm:bulletEnabled val="1"/>
        </dgm:presLayoutVars>
      </dgm:prSet>
      <dgm:spPr/>
    </dgm:pt>
    <dgm:pt modelId="{AC1E923F-F855-4A1D-88D8-76B3AAFF1820}" type="pres">
      <dgm:prSet presAssocID="{91B56652-C62D-4AAA-B49A-2A62521F8706}" presName="root" presStyleCnt="0"/>
      <dgm:spPr/>
    </dgm:pt>
    <dgm:pt modelId="{0D66064B-F218-4ED1-8E30-27637D5BC4D6}" type="pres">
      <dgm:prSet presAssocID="{91B56652-C62D-4AAA-B49A-2A62521F8706}" presName="rootComposite" presStyleCnt="0"/>
      <dgm:spPr/>
    </dgm:pt>
    <dgm:pt modelId="{995A2EAE-3F48-411D-858D-108F1591DD19}" type="pres">
      <dgm:prSet presAssocID="{91B56652-C62D-4AAA-B49A-2A62521F8706}" presName="rootText" presStyleLbl="node1" presStyleIdx="1" presStyleCnt="5"/>
      <dgm:spPr/>
    </dgm:pt>
    <dgm:pt modelId="{CDF38318-B153-45B0-B868-2281798205F8}" type="pres">
      <dgm:prSet presAssocID="{91B56652-C62D-4AAA-B49A-2A62521F8706}" presName="rootConnector" presStyleLbl="node1" presStyleIdx="1" presStyleCnt="5"/>
      <dgm:spPr/>
    </dgm:pt>
    <dgm:pt modelId="{E6AF5532-4985-498A-A540-9940C2700308}" type="pres">
      <dgm:prSet presAssocID="{91B56652-C62D-4AAA-B49A-2A62521F8706}" presName="childShape" presStyleCnt="0"/>
      <dgm:spPr/>
    </dgm:pt>
    <dgm:pt modelId="{C0D1B951-09C1-40D3-B025-67A2AFEA435E}" type="pres">
      <dgm:prSet presAssocID="{53951858-547D-47D5-A5B0-41B279006CE8}" presName="Name13" presStyleLbl="parChTrans1D2" presStyleIdx="4" presStyleCnt="26"/>
      <dgm:spPr/>
    </dgm:pt>
    <dgm:pt modelId="{49795653-FB13-4272-9049-E9DA72827ACE}" type="pres">
      <dgm:prSet presAssocID="{66CA9F57-5B50-490D-9C24-20F088D1BF3F}" presName="childText" presStyleLbl="bgAcc1" presStyleIdx="4" presStyleCnt="26">
        <dgm:presLayoutVars>
          <dgm:bulletEnabled val="1"/>
        </dgm:presLayoutVars>
      </dgm:prSet>
      <dgm:spPr/>
    </dgm:pt>
    <dgm:pt modelId="{3C19C973-FAD3-4D66-AD5E-B6B140C6EC1F}" type="pres">
      <dgm:prSet presAssocID="{EE2777E1-357C-4520-94F0-65245FB9827D}" presName="Name13" presStyleLbl="parChTrans1D2" presStyleIdx="5" presStyleCnt="26"/>
      <dgm:spPr/>
    </dgm:pt>
    <dgm:pt modelId="{E100B0D1-BB35-4594-95E6-33229883BF07}" type="pres">
      <dgm:prSet presAssocID="{099F7646-D961-46AB-8A0E-8AF11EA16EBD}" presName="childText" presStyleLbl="bgAcc1" presStyleIdx="5" presStyleCnt="26">
        <dgm:presLayoutVars>
          <dgm:bulletEnabled val="1"/>
        </dgm:presLayoutVars>
      </dgm:prSet>
      <dgm:spPr/>
    </dgm:pt>
    <dgm:pt modelId="{DB8D091F-84F8-4430-8638-3E1AE045D761}" type="pres">
      <dgm:prSet presAssocID="{7E6CD7C9-3681-48D9-9D48-24B21655DE59}" presName="Name13" presStyleLbl="parChTrans1D2" presStyleIdx="6" presStyleCnt="26"/>
      <dgm:spPr/>
    </dgm:pt>
    <dgm:pt modelId="{156DC915-92A1-4782-B717-85531D855289}" type="pres">
      <dgm:prSet presAssocID="{0D04CA73-5EAE-402A-AA7D-75C30DA906C9}" presName="childText" presStyleLbl="bgAcc1" presStyleIdx="6" presStyleCnt="26">
        <dgm:presLayoutVars>
          <dgm:bulletEnabled val="1"/>
        </dgm:presLayoutVars>
      </dgm:prSet>
      <dgm:spPr/>
    </dgm:pt>
    <dgm:pt modelId="{13173364-EED2-445F-829E-AD045F7DB1D3}" type="pres">
      <dgm:prSet presAssocID="{39A1ACA5-9CE2-45D0-A595-DB9EFE0F2C1D}" presName="Name13" presStyleLbl="parChTrans1D2" presStyleIdx="7" presStyleCnt="26"/>
      <dgm:spPr/>
    </dgm:pt>
    <dgm:pt modelId="{46FD569F-C6EA-43FE-A194-E828A4B4ADD5}" type="pres">
      <dgm:prSet presAssocID="{A4111533-A55B-4344-BC3D-4D0249555CF3}" presName="childText" presStyleLbl="bgAcc1" presStyleIdx="7" presStyleCnt="26">
        <dgm:presLayoutVars>
          <dgm:bulletEnabled val="1"/>
        </dgm:presLayoutVars>
      </dgm:prSet>
      <dgm:spPr/>
    </dgm:pt>
    <dgm:pt modelId="{E4BCFA1A-F521-4A2E-A607-EB6E357D5868}" type="pres">
      <dgm:prSet presAssocID="{36EC24C7-4A79-4DBA-9B2D-4F447BB47BED}" presName="Name13" presStyleLbl="parChTrans1D2" presStyleIdx="8" presStyleCnt="26"/>
      <dgm:spPr/>
    </dgm:pt>
    <dgm:pt modelId="{CE1AF04F-CE28-4DB4-8784-E78C4DBC27DF}" type="pres">
      <dgm:prSet presAssocID="{6F0FA0B6-4FFA-4AF4-A44A-854987C8BF9C}" presName="childText" presStyleLbl="bgAcc1" presStyleIdx="8" presStyleCnt="26">
        <dgm:presLayoutVars>
          <dgm:bulletEnabled val="1"/>
        </dgm:presLayoutVars>
      </dgm:prSet>
      <dgm:spPr/>
    </dgm:pt>
    <dgm:pt modelId="{FD6C8CA9-75FD-4814-B31B-F0CD219969F1}" type="pres">
      <dgm:prSet presAssocID="{EB8FA3EB-8A93-407C-8694-501568AAB581}" presName="Name13" presStyleLbl="parChTrans1D2" presStyleIdx="9" presStyleCnt="26"/>
      <dgm:spPr/>
    </dgm:pt>
    <dgm:pt modelId="{0851534B-7A1B-4BE5-9890-174AC47F8884}" type="pres">
      <dgm:prSet presAssocID="{AF0CEE70-33A1-41BB-8729-9A306B6A6779}" presName="childText" presStyleLbl="bgAcc1" presStyleIdx="9" presStyleCnt="26">
        <dgm:presLayoutVars>
          <dgm:bulletEnabled val="1"/>
        </dgm:presLayoutVars>
      </dgm:prSet>
      <dgm:spPr/>
    </dgm:pt>
    <dgm:pt modelId="{8DA25EA3-F782-421A-A163-44BD8709068F}" type="pres">
      <dgm:prSet presAssocID="{BBA2088F-F52A-4E4B-9130-1A6651DBA23F}" presName="Name13" presStyleLbl="parChTrans1D2" presStyleIdx="10" presStyleCnt="26"/>
      <dgm:spPr/>
    </dgm:pt>
    <dgm:pt modelId="{78C91D80-A088-49D7-8D88-8B80DC424122}" type="pres">
      <dgm:prSet presAssocID="{E64B27B7-BA63-41BB-84E0-271748C3930B}" presName="childText" presStyleLbl="bgAcc1" presStyleIdx="10" presStyleCnt="26">
        <dgm:presLayoutVars>
          <dgm:bulletEnabled val="1"/>
        </dgm:presLayoutVars>
      </dgm:prSet>
      <dgm:spPr/>
    </dgm:pt>
    <dgm:pt modelId="{A55C5380-DBD4-4DF4-9EC0-A21921ECE2A8}" type="pres">
      <dgm:prSet presAssocID="{7E0BAE7B-31AD-41DF-BE16-C2D907C0ED6D}" presName="root" presStyleCnt="0"/>
      <dgm:spPr/>
    </dgm:pt>
    <dgm:pt modelId="{A0F7A96F-073D-499C-9CD1-21C78CD31952}" type="pres">
      <dgm:prSet presAssocID="{7E0BAE7B-31AD-41DF-BE16-C2D907C0ED6D}" presName="rootComposite" presStyleCnt="0"/>
      <dgm:spPr/>
    </dgm:pt>
    <dgm:pt modelId="{05182658-0D0D-49BB-9276-17F2428FBBDE}" type="pres">
      <dgm:prSet presAssocID="{7E0BAE7B-31AD-41DF-BE16-C2D907C0ED6D}" presName="rootText" presStyleLbl="node1" presStyleIdx="2" presStyleCnt="5"/>
      <dgm:spPr/>
    </dgm:pt>
    <dgm:pt modelId="{92A089A2-54A3-4849-8B3D-D4AF6C7BC15F}" type="pres">
      <dgm:prSet presAssocID="{7E0BAE7B-31AD-41DF-BE16-C2D907C0ED6D}" presName="rootConnector" presStyleLbl="node1" presStyleIdx="2" presStyleCnt="5"/>
      <dgm:spPr/>
    </dgm:pt>
    <dgm:pt modelId="{02F1C9BE-DB85-4753-B628-657C215EED26}" type="pres">
      <dgm:prSet presAssocID="{7E0BAE7B-31AD-41DF-BE16-C2D907C0ED6D}" presName="childShape" presStyleCnt="0"/>
      <dgm:spPr/>
    </dgm:pt>
    <dgm:pt modelId="{5198B6C2-014F-4085-A216-195099429DC4}" type="pres">
      <dgm:prSet presAssocID="{525E3361-0E94-4D4A-9D88-282E10E805D4}" presName="Name13" presStyleLbl="parChTrans1D2" presStyleIdx="11" presStyleCnt="26"/>
      <dgm:spPr/>
    </dgm:pt>
    <dgm:pt modelId="{8948E64B-F205-4D5F-A05F-4E922220240C}" type="pres">
      <dgm:prSet presAssocID="{E133B569-EF6B-4DE1-A01E-68BEF180C60C}" presName="childText" presStyleLbl="bgAcc1" presStyleIdx="11" presStyleCnt="26">
        <dgm:presLayoutVars>
          <dgm:bulletEnabled val="1"/>
        </dgm:presLayoutVars>
      </dgm:prSet>
      <dgm:spPr/>
    </dgm:pt>
    <dgm:pt modelId="{E611F599-801C-4ECC-A856-73E3C96FB5C7}" type="pres">
      <dgm:prSet presAssocID="{7365DADB-43FF-4F65-87CD-0A9EC228EE8E}" presName="Name13" presStyleLbl="parChTrans1D2" presStyleIdx="12" presStyleCnt="26"/>
      <dgm:spPr/>
    </dgm:pt>
    <dgm:pt modelId="{A29E02AD-0CFD-48C3-82E3-814F9A426B30}" type="pres">
      <dgm:prSet presAssocID="{D893F79D-DE4D-4CF5-9721-3751BB8FA001}" presName="childText" presStyleLbl="bgAcc1" presStyleIdx="12" presStyleCnt="26">
        <dgm:presLayoutVars>
          <dgm:bulletEnabled val="1"/>
        </dgm:presLayoutVars>
      </dgm:prSet>
      <dgm:spPr/>
    </dgm:pt>
    <dgm:pt modelId="{92AFADF3-A42B-43CE-BC54-AF36BDB91066}" type="pres">
      <dgm:prSet presAssocID="{7979CBFA-9874-43DE-A953-0E86E4DB7466}" presName="Name13" presStyleLbl="parChTrans1D2" presStyleIdx="13" presStyleCnt="26"/>
      <dgm:spPr/>
    </dgm:pt>
    <dgm:pt modelId="{17395DEC-5656-4523-96E3-243354C17073}" type="pres">
      <dgm:prSet presAssocID="{06F2D6A9-60F6-45BB-91D6-B2938F392F60}" presName="childText" presStyleLbl="bgAcc1" presStyleIdx="13" presStyleCnt="26">
        <dgm:presLayoutVars>
          <dgm:bulletEnabled val="1"/>
        </dgm:presLayoutVars>
      </dgm:prSet>
      <dgm:spPr/>
    </dgm:pt>
    <dgm:pt modelId="{C2DE0B1C-3B36-4130-A823-23BD8EB47AC2}" type="pres">
      <dgm:prSet presAssocID="{35A7E2DF-A4FE-433C-880D-5662D1AA94D7}" presName="Name13" presStyleLbl="parChTrans1D2" presStyleIdx="14" presStyleCnt="26"/>
      <dgm:spPr/>
    </dgm:pt>
    <dgm:pt modelId="{0CAEE8BB-CFFB-467C-B750-90572393C326}" type="pres">
      <dgm:prSet presAssocID="{C2BD972F-CA93-4A88-8182-C3A8FF44CBF7}" presName="childText" presStyleLbl="bgAcc1" presStyleIdx="14" presStyleCnt="26">
        <dgm:presLayoutVars>
          <dgm:bulletEnabled val="1"/>
        </dgm:presLayoutVars>
      </dgm:prSet>
      <dgm:spPr/>
    </dgm:pt>
    <dgm:pt modelId="{18117607-4BC9-4C1E-A302-3B12D61771D9}" type="pres">
      <dgm:prSet presAssocID="{B8217DFE-25FA-4EDE-A24A-193B39200285}" presName="Name13" presStyleLbl="parChTrans1D2" presStyleIdx="15" presStyleCnt="26"/>
      <dgm:spPr/>
    </dgm:pt>
    <dgm:pt modelId="{DA32F8D5-88BF-4FFF-86A0-C52C128BE8D8}" type="pres">
      <dgm:prSet presAssocID="{4164AD82-30F4-4E70-8B9D-2832E303F7D6}" presName="childText" presStyleLbl="bgAcc1" presStyleIdx="15" presStyleCnt="26">
        <dgm:presLayoutVars>
          <dgm:bulletEnabled val="1"/>
        </dgm:presLayoutVars>
      </dgm:prSet>
      <dgm:spPr/>
    </dgm:pt>
    <dgm:pt modelId="{7942556C-CD14-4010-A07D-EA10B8A5E2AB}" type="pres">
      <dgm:prSet presAssocID="{18CBCC56-3DAC-48FC-B2D7-791313659C51}" presName="root" presStyleCnt="0"/>
      <dgm:spPr/>
    </dgm:pt>
    <dgm:pt modelId="{68F0DB09-1313-4220-BE8D-68E43438B240}" type="pres">
      <dgm:prSet presAssocID="{18CBCC56-3DAC-48FC-B2D7-791313659C51}" presName="rootComposite" presStyleCnt="0"/>
      <dgm:spPr/>
    </dgm:pt>
    <dgm:pt modelId="{0BA0FBE8-F867-43C0-B502-B42D484DB7B9}" type="pres">
      <dgm:prSet presAssocID="{18CBCC56-3DAC-48FC-B2D7-791313659C51}" presName="rootText" presStyleLbl="node1" presStyleIdx="3" presStyleCnt="5"/>
      <dgm:spPr/>
    </dgm:pt>
    <dgm:pt modelId="{D96E53F6-7D99-4DD0-8716-285E99E2473A}" type="pres">
      <dgm:prSet presAssocID="{18CBCC56-3DAC-48FC-B2D7-791313659C51}" presName="rootConnector" presStyleLbl="node1" presStyleIdx="3" presStyleCnt="5"/>
      <dgm:spPr/>
    </dgm:pt>
    <dgm:pt modelId="{8CD5A0E8-06D6-41E9-B722-631815E8251C}" type="pres">
      <dgm:prSet presAssocID="{18CBCC56-3DAC-48FC-B2D7-791313659C51}" presName="childShape" presStyleCnt="0"/>
      <dgm:spPr/>
    </dgm:pt>
    <dgm:pt modelId="{A2853545-8E5D-4DA6-BF60-C23EB79A6326}" type="pres">
      <dgm:prSet presAssocID="{34523AD5-3736-4D8A-87CF-BC05B6C17010}" presName="Name13" presStyleLbl="parChTrans1D2" presStyleIdx="16" presStyleCnt="26"/>
      <dgm:spPr/>
    </dgm:pt>
    <dgm:pt modelId="{74DFEF71-B560-4932-88DD-7682FAB43999}" type="pres">
      <dgm:prSet presAssocID="{72342458-A38E-4FC1-BCC2-5B57B83FD55D}" presName="childText" presStyleLbl="bgAcc1" presStyleIdx="16" presStyleCnt="26">
        <dgm:presLayoutVars>
          <dgm:bulletEnabled val="1"/>
        </dgm:presLayoutVars>
      </dgm:prSet>
      <dgm:spPr/>
    </dgm:pt>
    <dgm:pt modelId="{16A3C9F0-A60C-4D9E-A41C-A30AFD19E5F4}" type="pres">
      <dgm:prSet presAssocID="{14E7F61B-A525-4888-A666-AE166C12E85A}" presName="Name13" presStyleLbl="parChTrans1D2" presStyleIdx="17" presStyleCnt="26"/>
      <dgm:spPr/>
    </dgm:pt>
    <dgm:pt modelId="{B63FA7F6-E0E6-4287-8B37-45EFDACAD1A5}" type="pres">
      <dgm:prSet presAssocID="{1418F005-8142-495A-ACE9-AF7F2EDA30A7}" presName="childText" presStyleLbl="bgAcc1" presStyleIdx="17" presStyleCnt="26">
        <dgm:presLayoutVars>
          <dgm:bulletEnabled val="1"/>
        </dgm:presLayoutVars>
      </dgm:prSet>
      <dgm:spPr/>
    </dgm:pt>
    <dgm:pt modelId="{A3F3E6A3-3509-4392-86EB-F6FF07645FE3}" type="pres">
      <dgm:prSet presAssocID="{F2B8F7BC-BD7F-43C0-9368-051D5AAA41B6}" presName="Name13" presStyleLbl="parChTrans1D2" presStyleIdx="18" presStyleCnt="26"/>
      <dgm:spPr/>
    </dgm:pt>
    <dgm:pt modelId="{9C104963-EF40-437B-B68C-4080EAC57535}" type="pres">
      <dgm:prSet presAssocID="{060E6B65-3BDD-47BA-839D-DE351774DD11}" presName="childText" presStyleLbl="bgAcc1" presStyleIdx="18" presStyleCnt="26">
        <dgm:presLayoutVars>
          <dgm:bulletEnabled val="1"/>
        </dgm:presLayoutVars>
      </dgm:prSet>
      <dgm:spPr/>
    </dgm:pt>
    <dgm:pt modelId="{C2770CE7-0C5B-4AA8-9727-77BB8C4632DE}" type="pres">
      <dgm:prSet presAssocID="{9AAF29FE-5C15-4000-8358-6927EB5B88CD}" presName="Name13" presStyleLbl="parChTrans1D2" presStyleIdx="19" presStyleCnt="26"/>
      <dgm:spPr/>
    </dgm:pt>
    <dgm:pt modelId="{22CE6446-1C94-4994-9698-BDCD8ECC2E24}" type="pres">
      <dgm:prSet presAssocID="{78F5CF95-49A8-4003-8886-EDAA06D71C6A}" presName="childText" presStyleLbl="bgAcc1" presStyleIdx="19" presStyleCnt="26">
        <dgm:presLayoutVars>
          <dgm:bulletEnabled val="1"/>
        </dgm:presLayoutVars>
      </dgm:prSet>
      <dgm:spPr/>
    </dgm:pt>
    <dgm:pt modelId="{D07F4E21-A1A2-4AA4-B5ED-8C18F78A14EA}" type="pres">
      <dgm:prSet presAssocID="{DA2FC731-085A-4AF4-B22B-E07EE7E29BA9}" presName="Name13" presStyleLbl="parChTrans1D2" presStyleIdx="20" presStyleCnt="26"/>
      <dgm:spPr/>
    </dgm:pt>
    <dgm:pt modelId="{9DBA13C8-1742-40DF-BC2F-068931E9541C}" type="pres">
      <dgm:prSet presAssocID="{2D04621D-051F-4437-9A53-A14A78F8388A}" presName="childText" presStyleLbl="bgAcc1" presStyleIdx="20" presStyleCnt="26">
        <dgm:presLayoutVars>
          <dgm:bulletEnabled val="1"/>
        </dgm:presLayoutVars>
      </dgm:prSet>
      <dgm:spPr/>
    </dgm:pt>
    <dgm:pt modelId="{B745A9C9-469B-4EFD-88FF-DD4A792BD881}" type="pres">
      <dgm:prSet presAssocID="{4FF4EDCA-AC48-4541-A877-6E29B87A6A10}" presName="root" presStyleCnt="0"/>
      <dgm:spPr/>
    </dgm:pt>
    <dgm:pt modelId="{54690E74-44CA-4AFB-80DA-04DBBA0FAAC0}" type="pres">
      <dgm:prSet presAssocID="{4FF4EDCA-AC48-4541-A877-6E29B87A6A10}" presName="rootComposite" presStyleCnt="0"/>
      <dgm:spPr/>
    </dgm:pt>
    <dgm:pt modelId="{EF359080-FB8B-45F5-981E-FB489DA29E5D}" type="pres">
      <dgm:prSet presAssocID="{4FF4EDCA-AC48-4541-A877-6E29B87A6A10}" presName="rootText" presStyleLbl="node1" presStyleIdx="4" presStyleCnt="5"/>
      <dgm:spPr/>
    </dgm:pt>
    <dgm:pt modelId="{C1A95A16-D11B-4C46-8535-262DFB4AA480}" type="pres">
      <dgm:prSet presAssocID="{4FF4EDCA-AC48-4541-A877-6E29B87A6A10}" presName="rootConnector" presStyleLbl="node1" presStyleIdx="4" presStyleCnt="5"/>
      <dgm:spPr/>
    </dgm:pt>
    <dgm:pt modelId="{CE81C0DF-A55D-4A18-A853-26DAC61DF4A0}" type="pres">
      <dgm:prSet presAssocID="{4FF4EDCA-AC48-4541-A877-6E29B87A6A10}" presName="childShape" presStyleCnt="0"/>
      <dgm:spPr/>
    </dgm:pt>
    <dgm:pt modelId="{54D2C1FF-9D9F-4561-8A47-44E0C2BDB43F}" type="pres">
      <dgm:prSet presAssocID="{5987E9E3-F202-4E5D-9CC5-827BF1A2F018}" presName="Name13" presStyleLbl="parChTrans1D2" presStyleIdx="21" presStyleCnt="26"/>
      <dgm:spPr/>
    </dgm:pt>
    <dgm:pt modelId="{0D1BEA9A-202C-480D-B56B-0541C6EFDBD0}" type="pres">
      <dgm:prSet presAssocID="{975E181D-173B-4FB5-907F-0D754E96EF6B}" presName="childText" presStyleLbl="bgAcc1" presStyleIdx="21" presStyleCnt="26">
        <dgm:presLayoutVars>
          <dgm:bulletEnabled val="1"/>
        </dgm:presLayoutVars>
      </dgm:prSet>
      <dgm:spPr/>
    </dgm:pt>
    <dgm:pt modelId="{43695481-3402-474F-B460-BFC631EA3F8F}" type="pres">
      <dgm:prSet presAssocID="{76624AF5-0B32-4DCE-B89A-8E9279760751}" presName="Name13" presStyleLbl="parChTrans1D2" presStyleIdx="22" presStyleCnt="26"/>
      <dgm:spPr/>
    </dgm:pt>
    <dgm:pt modelId="{B6BE9D96-76FB-408B-B3CA-8E3F6CAF6B4B}" type="pres">
      <dgm:prSet presAssocID="{51D2421D-861B-41D1-8D27-1A73DB07BB0A}" presName="childText" presStyleLbl="bgAcc1" presStyleIdx="22" presStyleCnt="26">
        <dgm:presLayoutVars>
          <dgm:bulletEnabled val="1"/>
        </dgm:presLayoutVars>
      </dgm:prSet>
      <dgm:spPr/>
    </dgm:pt>
    <dgm:pt modelId="{6DA6E3BF-0069-414B-B306-9C249EBCA608}" type="pres">
      <dgm:prSet presAssocID="{5E9DB3D7-A34B-4386-AF73-9A47E2FD2AB5}" presName="Name13" presStyleLbl="parChTrans1D2" presStyleIdx="23" presStyleCnt="26"/>
      <dgm:spPr/>
    </dgm:pt>
    <dgm:pt modelId="{2EC85DA5-4FC3-438A-AE48-7294E2B3D279}" type="pres">
      <dgm:prSet presAssocID="{C84E9089-63BA-48F1-9B01-C9057B15C3D1}" presName="childText" presStyleLbl="bgAcc1" presStyleIdx="23" presStyleCnt="26">
        <dgm:presLayoutVars>
          <dgm:bulletEnabled val="1"/>
        </dgm:presLayoutVars>
      </dgm:prSet>
      <dgm:spPr/>
    </dgm:pt>
    <dgm:pt modelId="{EB48E595-7BFF-4D05-A722-0846A9E0E16F}" type="pres">
      <dgm:prSet presAssocID="{8CAF8A94-EF74-49FF-94C4-77B4A081BBF1}" presName="Name13" presStyleLbl="parChTrans1D2" presStyleIdx="24" presStyleCnt="26"/>
      <dgm:spPr/>
    </dgm:pt>
    <dgm:pt modelId="{99926AD3-B434-4FA1-ACC1-534E86C9671C}" type="pres">
      <dgm:prSet presAssocID="{1332BCB9-CE76-4C6E-9891-2B4D57E74EA6}" presName="childText" presStyleLbl="bgAcc1" presStyleIdx="24" presStyleCnt="26">
        <dgm:presLayoutVars>
          <dgm:bulletEnabled val="1"/>
        </dgm:presLayoutVars>
      </dgm:prSet>
      <dgm:spPr/>
    </dgm:pt>
    <dgm:pt modelId="{6B1D71F0-3D3D-4F73-AD90-61DA2DB4C5CC}" type="pres">
      <dgm:prSet presAssocID="{A91B3317-DF8E-401D-B8FA-3F011CCFFAAF}" presName="Name13" presStyleLbl="parChTrans1D2" presStyleIdx="25" presStyleCnt="26"/>
      <dgm:spPr/>
    </dgm:pt>
    <dgm:pt modelId="{F14862F4-7685-404B-8389-73F4C7E81D69}" type="pres">
      <dgm:prSet presAssocID="{B21DB45D-A6A6-41A0-852F-9ADD4939A8CF}" presName="childText" presStyleLbl="bgAcc1" presStyleIdx="25" presStyleCnt="26">
        <dgm:presLayoutVars>
          <dgm:bulletEnabled val="1"/>
        </dgm:presLayoutVars>
      </dgm:prSet>
      <dgm:spPr/>
    </dgm:pt>
  </dgm:ptLst>
  <dgm:cxnLst>
    <dgm:cxn modelId="{5FE07202-4330-49A7-AF1A-D82E1CC3B18C}" srcId="{91B56652-C62D-4AAA-B49A-2A62521F8706}" destId="{0D04CA73-5EAE-402A-AA7D-75C30DA906C9}" srcOrd="2" destOrd="0" parTransId="{7E6CD7C9-3681-48D9-9D48-24B21655DE59}" sibTransId="{8C23BE29-4AFA-4F50-BEEF-ED3F5548E4E1}"/>
    <dgm:cxn modelId="{5A4AE204-408D-4D03-ACE7-3758A66D5758}" type="presOf" srcId="{9AAF29FE-5C15-4000-8358-6927EB5B88CD}" destId="{C2770CE7-0C5B-4AA8-9727-77BB8C4632DE}" srcOrd="0" destOrd="0" presId="urn:microsoft.com/office/officeart/2005/8/layout/hierarchy3"/>
    <dgm:cxn modelId="{2A912508-2BC2-4BC4-8001-1703F5905501}" type="presOf" srcId="{B8217DFE-25FA-4EDE-A24A-193B39200285}" destId="{18117607-4BC9-4C1E-A302-3B12D61771D9}" srcOrd="0" destOrd="0" presId="urn:microsoft.com/office/officeart/2005/8/layout/hierarchy3"/>
    <dgm:cxn modelId="{56982809-1D34-4539-88D8-F39458942E24}" type="presOf" srcId="{975E181D-173B-4FB5-907F-0D754E96EF6B}" destId="{0D1BEA9A-202C-480D-B56B-0541C6EFDBD0}" srcOrd="0" destOrd="0" presId="urn:microsoft.com/office/officeart/2005/8/layout/hierarchy3"/>
    <dgm:cxn modelId="{6EC55D09-79F6-4572-8513-E1D430C56C27}" type="presOf" srcId="{F0BAAB7F-69FD-4298-B959-3FF18D094231}" destId="{553FBDF1-F446-453B-9AFA-5010681CECB2}" srcOrd="0" destOrd="0" presId="urn:microsoft.com/office/officeart/2005/8/layout/hierarchy3"/>
    <dgm:cxn modelId="{0347D30B-CB8E-449C-ABF1-BC0FC2BEFF89}" srcId="{91B56652-C62D-4AAA-B49A-2A62521F8706}" destId="{E64B27B7-BA63-41BB-84E0-271748C3930B}" srcOrd="6" destOrd="0" parTransId="{BBA2088F-F52A-4E4B-9130-1A6651DBA23F}" sibTransId="{730B99C1-542A-4F12-811E-2A35B8FD14AF}"/>
    <dgm:cxn modelId="{93BF390E-A3E7-4FBE-A57B-A101A3018C12}" type="presOf" srcId="{4164AD82-30F4-4E70-8B9D-2832E303F7D6}" destId="{DA32F8D5-88BF-4FFF-86A0-C52C128BE8D8}" srcOrd="0" destOrd="0" presId="urn:microsoft.com/office/officeart/2005/8/layout/hierarchy3"/>
    <dgm:cxn modelId="{27793D12-844A-472F-B79E-86DECBA926D1}" srcId="{E3D3185E-45E4-497B-89C1-B7FCABA6C5E5}" destId="{91B56652-C62D-4AAA-B49A-2A62521F8706}" srcOrd="1" destOrd="0" parTransId="{E3B91E8F-2B95-4CCC-8D3A-F8291899B0CF}" sibTransId="{AD53B34D-6738-45B1-B1CB-C58AAE9743FB}"/>
    <dgm:cxn modelId="{50C76817-A806-4146-B6AD-E748613D7AEE}" type="presOf" srcId="{5A83AFAC-3ABA-40BD-9DE5-6E74C85F078A}" destId="{F677F30B-711C-4152-80AF-DBD690913589}" srcOrd="0" destOrd="0" presId="urn:microsoft.com/office/officeart/2005/8/layout/hierarchy3"/>
    <dgm:cxn modelId="{94E93D18-DA0E-4DE7-95E7-032FF0220E56}" type="presOf" srcId="{AF0CEE70-33A1-41BB-8729-9A306B6A6779}" destId="{0851534B-7A1B-4BE5-9890-174AC47F8884}" srcOrd="0" destOrd="0" presId="urn:microsoft.com/office/officeart/2005/8/layout/hierarchy3"/>
    <dgm:cxn modelId="{2554BC1A-457C-45D4-9681-C74BE2AF2F16}" srcId="{18CBCC56-3DAC-48FC-B2D7-791313659C51}" destId="{2D04621D-051F-4437-9A53-A14A78F8388A}" srcOrd="4" destOrd="0" parTransId="{DA2FC731-085A-4AF4-B22B-E07EE7E29BA9}" sibTransId="{A60E8267-32EC-4ADB-A738-6F4A0007174C}"/>
    <dgm:cxn modelId="{BDDDED22-724F-4005-BDD3-B8239E9BEB55}" type="presOf" srcId="{5987E9E3-F202-4E5D-9CC5-827BF1A2F018}" destId="{54D2C1FF-9D9F-4561-8A47-44E0C2BDB43F}" srcOrd="0" destOrd="0" presId="urn:microsoft.com/office/officeart/2005/8/layout/hierarchy3"/>
    <dgm:cxn modelId="{858A0E24-C217-4A43-8EC8-37F0D376E6C8}" type="presOf" srcId="{3FDE4E4E-F949-410C-BA6F-6342C3346450}" destId="{E4FDDD6D-6780-48B3-9B55-A29C101AD1DE}" srcOrd="0" destOrd="0" presId="urn:microsoft.com/office/officeart/2005/8/layout/hierarchy3"/>
    <dgm:cxn modelId="{D400D125-E72D-41B8-80A4-4F97DEF6A301}" srcId="{18CBCC56-3DAC-48FC-B2D7-791313659C51}" destId="{060E6B65-3BDD-47BA-839D-DE351774DD11}" srcOrd="2" destOrd="0" parTransId="{F2B8F7BC-BD7F-43C0-9368-051D5AAA41B6}" sibTransId="{4D49FD35-33B4-4367-A9CE-322B83D21AAD}"/>
    <dgm:cxn modelId="{291B6A26-4977-4067-96FA-8C5B8000EA6F}" type="presOf" srcId="{BBA2088F-F52A-4E4B-9130-1A6651DBA23F}" destId="{8DA25EA3-F782-421A-A163-44BD8709068F}" srcOrd="0" destOrd="0" presId="urn:microsoft.com/office/officeart/2005/8/layout/hierarchy3"/>
    <dgm:cxn modelId="{5CAE1C27-C816-43A6-8F62-0EF244CDDCF8}" type="presOf" srcId="{53951858-547D-47D5-A5B0-41B279006CE8}" destId="{C0D1B951-09C1-40D3-B025-67A2AFEA435E}" srcOrd="0" destOrd="0" presId="urn:microsoft.com/office/officeart/2005/8/layout/hierarchy3"/>
    <dgm:cxn modelId="{7BE5E028-A90C-4C73-AC99-AE0CFFB51BA1}" type="presOf" srcId="{0B4FA3E1-7857-45B0-9188-3E0D4B2C05A1}" destId="{B0FCF8AF-D10B-4401-A189-7916E2B43E1A}" srcOrd="1" destOrd="0" presId="urn:microsoft.com/office/officeart/2005/8/layout/hierarchy3"/>
    <dgm:cxn modelId="{8718E82B-64B1-47B3-90AB-5A48407E167E}" srcId="{E3D3185E-45E4-497B-89C1-B7FCABA6C5E5}" destId="{4FF4EDCA-AC48-4541-A877-6E29B87A6A10}" srcOrd="4" destOrd="0" parTransId="{EA9F0FC7-9921-466E-A810-02D44A553B18}" sibTransId="{BF696891-B718-420E-83FA-7CED9D4144D3}"/>
    <dgm:cxn modelId="{55CAB02D-BA91-460A-9888-14CF9381DB93}" type="presOf" srcId="{4FF4EDCA-AC48-4541-A877-6E29B87A6A10}" destId="{C1A95A16-D11B-4C46-8535-262DFB4AA480}" srcOrd="1" destOrd="0" presId="urn:microsoft.com/office/officeart/2005/8/layout/hierarchy3"/>
    <dgm:cxn modelId="{F86BDA2D-5863-4E32-8CFA-0954483F53F5}" srcId="{4FF4EDCA-AC48-4541-A877-6E29B87A6A10}" destId="{975E181D-173B-4FB5-907F-0D754E96EF6B}" srcOrd="0" destOrd="0" parTransId="{5987E9E3-F202-4E5D-9CC5-827BF1A2F018}" sibTransId="{560DEAAB-B2E1-4781-A391-E613C4BFB179}"/>
    <dgm:cxn modelId="{5BFE8A31-BA2E-44EF-A100-4A93E1EA0CD9}" type="presOf" srcId="{A91B3317-DF8E-401D-B8FA-3F011CCFFAAF}" destId="{6B1D71F0-3D3D-4F73-AD90-61DA2DB4C5CC}" srcOrd="0" destOrd="0" presId="urn:microsoft.com/office/officeart/2005/8/layout/hierarchy3"/>
    <dgm:cxn modelId="{5C0BD73B-2572-451A-8C9B-9C0C3219558E}" srcId="{18CBCC56-3DAC-48FC-B2D7-791313659C51}" destId="{1418F005-8142-495A-ACE9-AF7F2EDA30A7}" srcOrd="1" destOrd="0" parTransId="{14E7F61B-A525-4888-A666-AE166C12E85A}" sibTransId="{D1F33F5B-EB60-4176-A450-F9DBCE9A5164}"/>
    <dgm:cxn modelId="{0E7F793F-D360-4293-88D6-146F3F0B404E}" type="presOf" srcId="{6F0FA0B6-4FFA-4AF4-A44A-854987C8BF9C}" destId="{CE1AF04F-CE28-4DB4-8784-E78C4DBC27DF}" srcOrd="0" destOrd="0" presId="urn:microsoft.com/office/officeart/2005/8/layout/hierarchy3"/>
    <dgm:cxn modelId="{CB3C755E-EF02-457D-9956-D1B67835CEA4}" srcId="{4FF4EDCA-AC48-4541-A877-6E29B87A6A10}" destId="{B21DB45D-A6A6-41A0-852F-9ADD4939A8CF}" srcOrd="4" destOrd="0" parTransId="{A91B3317-DF8E-401D-B8FA-3F011CCFFAAF}" sibTransId="{2A6DED76-4439-44A4-AEBA-B33D9A6C3F33}"/>
    <dgm:cxn modelId="{9AB76C41-BFBD-48B1-8A98-324C0B9E9922}" type="presOf" srcId="{1418F005-8142-495A-ACE9-AF7F2EDA30A7}" destId="{B63FA7F6-E0E6-4287-8B37-45EFDACAD1A5}" srcOrd="0" destOrd="0" presId="urn:microsoft.com/office/officeart/2005/8/layout/hierarchy3"/>
    <dgm:cxn modelId="{3C0D7044-4072-4A5B-82D6-2F00F1F639C6}" srcId="{91B56652-C62D-4AAA-B49A-2A62521F8706}" destId="{6F0FA0B6-4FFA-4AF4-A44A-854987C8BF9C}" srcOrd="4" destOrd="0" parTransId="{36EC24C7-4A79-4DBA-9B2D-4F447BB47BED}" sibTransId="{414282E9-2923-4717-BCAB-D4CF56B45884}"/>
    <dgm:cxn modelId="{A8B42E45-35AF-4988-A566-BB0E3A99C9FB}" type="presOf" srcId="{66CA9F57-5B50-490D-9C24-20F088D1BF3F}" destId="{49795653-FB13-4272-9049-E9DA72827ACE}" srcOrd="0" destOrd="0" presId="urn:microsoft.com/office/officeart/2005/8/layout/hierarchy3"/>
    <dgm:cxn modelId="{E5C6CE47-91F5-40D7-8092-9A70007C92DB}" type="presOf" srcId="{34523AD5-3736-4D8A-87CF-BC05B6C17010}" destId="{A2853545-8E5D-4DA6-BF60-C23EB79A6326}" srcOrd="0" destOrd="0" presId="urn:microsoft.com/office/officeart/2005/8/layout/hierarchy3"/>
    <dgm:cxn modelId="{2EBC0968-FE04-4708-84AA-5E406CD939AB}" srcId="{7E0BAE7B-31AD-41DF-BE16-C2D907C0ED6D}" destId="{E133B569-EF6B-4DE1-A01E-68BEF180C60C}" srcOrd="0" destOrd="0" parTransId="{525E3361-0E94-4D4A-9D88-282E10E805D4}" sibTransId="{555AFDEE-87C0-4AB9-8C7B-1E299CE44F9E}"/>
    <dgm:cxn modelId="{02025D6B-2F32-4DE2-87AD-17D95D6EC032}" type="presOf" srcId="{D63241AA-D084-486B-B229-BBD6EF412F56}" destId="{C6C603A9-CD5C-4119-A76A-38862C48DF85}" srcOrd="0" destOrd="0" presId="urn:microsoft.com/office/officeart/2005/8/layout/hierarchy3"/>
    <dgm:cxn modelId="{74371171-36D4-45AD-831D-2D104B85AB7F}" srcId="{7E0BAE7B-31AD-41DF-BE16-C2D907C0ED6D}" destId="{4164AD82-30F4-4E70-8B9D-2832E303F7D6}" srcOrd="4" destOrd="0" parTransId="{B8217DFE-25FA-4EDE-A24A-193B39200285}" sibTransId="{4FDC17A9-0531-4E12-A3C3-FD4FE753FDD5}"/>
    <dgm:cxn modelId="{25F9E651-BDB2-470D-B1C2-32749E8A57B2}" srcId="{18CBCC56-3DAC-48FC-B2D7-791313659C51}" destId="{72342458-A38E-4FC1-BCC2-5B57B83FD55D}" srcOrd="0" destOrd="0" parTransId="{34523AD5-3736-4D8A-87CF-BC05B6C17010}" sibTransId="{BBD9B4C1-FA0F-45A3-A1BF-A8D4DC119FED}"/>
    <dgm:cxn modelId="{757D7352-B71E-4D33-8958-132DF5607F16}" type="presOf" srcId="{36EC24C7-4A79-4DBA-9B2D-4F447BB47BED}" destId="{E4BCFA1A-F521-4A2E-A607-EB6E357D5868}" srcOrd="0" destOrd="0" presId="urn:microsoft.com/office/officeart/2005/8/layout/hierarchy3"/>
    <dgm:cxn modelId="{1BD0B653-B436-490F-812F-E19CE987F7E0}" type="presOf" srcId="{E41A01AB-E0C9-4D77-9438-62966C6E047F}" destId="{1CCAA50E-A770-4F2F-8C62-7C5168E71B98}" srcOrd="0" destOrd="0" presId="urn:microsoft.com/office/officeart/2005/8/layout/hierarchy3"/>
    <dgm:cxn modelId="{D0ED7456-19DE-4833-9B17-FD681D4BFADB}" srcId="{4FF4EDCA-AC48-4541-A877-6E29B87A6A10}" destId="{51D2421D-861B-41D1-8D27-1A73DB07BB0A}" srcOrd="1" destOrd="0" parTransId="{76624AF5-0B32-4DCE-B89A-8E9279760751}" sibTransId="{46C96408-2A94-4000-AA6F-3BA603BABEB5}"/>
    <dgm:cxn modelId="{6432CD77-6FAC-497D-B394-A6DB52F96F35}" type="presOf" srcId="{E64B27B7-BA63-41BB-84E0-271748C3930B}" destId="{78C91D80-A088-49D7-8D88-8B80DC424122}" srcOrd="0" destOrd="0" presId="urn:microsoft.com/office/officeart/2005/8/layout/hierarchy3"/>
    <dgm:cxn modelId="{6350757A-3953-48E0-9FEE-7C8AE1690E3F}" type="presOf" srcId="{D893F79D-DE4D-4CF5-9721-3751BB8FA001}" destId="{A29E02AD-0CFD-48C3-82E3-814F9A426B30}" srcOrd="0" destOrd="0" presId="urn:microsoft.com/office/officeart/2005/8/layout/hierarchy3"/>
    <dgm:cxn modelId="{D6C1307B-573B-45CA-8A1D-BE629FD4C45A}" srcId="{0B4FA3E1-7857-45B0-9188-3E0D4B2C05A1}" destId="{E41A01AB-E0C9-4D77-9438-62966C6E047F}" srcOrd="1" destOrd="0" parTransId="{F0BAAB7F-69FD-4298-B959-3FF18D094231}" sibTransId="{96726A59-FDF7-4181-B495-B54FAE6A74A0}"/>
    <dgm:cxn modelId="{C050E87F-753A-4331-BEF5-DAC94B883BD3}" type="presOf" srcId="{7365DADB-43FF-4F65-87CD-0A9EC228EE8E}" destId="{E611F599-801C-4ECC-A856-73E3C96FB5C7}" srcOrd="0" destOrd="0" presId="urn:microsoft.com/office/officeart/2005/8/layout/hierarchy3"/>
    <dgm:cxn modelId="{F173CF82-8985-413B-A6E0-1084DFD08AFE}" srcId="{7E0BAE7B-31AD-41DF-BE16-C2D907C0ED6D}" destId="{06F2D6A9-60F6-45BB-91D6-B2938F392F60}" srcOrd="2" destOrd="0" parTransId="{7979CBFA-9874-43DE-A953-0E86E4DB7466}" sibTransId="{381A62B7-B7A1-4B28-B15E-CA458C99BCE4}"/>
    <dgm:cxn modelId="{16A24F83-FBE4-4E66-A1F2-E9381DABAC3F}" type="presOf" srcId="{5E9DB3D7-A34B-4386-AF73-9A47E2FD2AB5}" destId="{6DA6E3BF-0069-414B-B306-9C249EBCA608}" srcOrd="0" destOrd="0" presId="urn:microsoft.com/office/officeart/2005/8/layout/hierarchy3"/>
    <dgm:cxn modelId="{1080AE83-D498-46C9-A4DE-9103700B687E}" type="presOf" srcId="{525E3361-0E94-4D4A-9D88-282E10E805D4}" destId="{5198B6C2-014F-4085-A216-195099429DC4}" srcOrd="0" destOrd="0" presId="urn:microsoft.com/office/officeart/2005/8/layout/hierarchy3"/>
    <dgm:cxn modelId="{644F6485-4DBA-4D74-828D-93B4957846ED}" type="presOf" srcId="{06F2D6A9-60F6-45BB-91D6-B2938F392F60}" destId="{17395DEC-5656-4523-96E3-243354C17073}" srcOrd="0" destOrd="0" presId="urn:microsoft.com/office/officeart/2005/8/layout/hierarchy3"/>
    <dgm:cxn modelId="{35752087-0355-4056-8EAF-646FAE2A2AAD}" type="presOf" srcId="{EB8FA3EB-8A93-407C-8694-501568AAB581}" destId="{FD6C8CA9-75FD-4814-B31B-F0CD219969F1}" srcOrd="0" destOrd="0" presId="urn:microsoft.com/office/officeart/2005/8/layout/hierarchy3"/>
    <dgm:cxn modelId="{C8C7358A-6CB6-4397-A254-1701E9595DB9}" type="presOf" srcId="{A4111533-A55B-4344-BC3D-4D0249555CF3}" destId="{46FD569F-C6EA-43FE-A194-E828A4B4ADD5}" srcOrd="0" destOrd="0" presId="urn:microsoft.com/office/officeart/2005/8/layout/hierarchy3"/>
    <dgm:cxn modelId="{77B9128D-3E14-434C-BE9C-B02FEE41038F}" type="presOf" srcId="{1332BCB9-CE76-4C6E-9891-2B4D57E74EA6}" destId="{99926AD3-B434-4FA1-ACC1-534E86C9671C}" srcOrd="0" destOrd="0" presId="urn:microsoft.com/office/officeart/2005/8/layout/hierarchy3"/>
    <dgm:cxn modelId="{9E66D08D-6D03-45F7-98EA-CD01F011C9CE}" srcId="{7E0BAE7B-31AD-41DF-BE16-C2D907C0ED6D}" destId="{C2BD972F-CA93-4A88-8182-C3A8FF44CBF7}" srcOrd="3" destOrd="0" parTransId="{35A7E2DF-A4FE-433C-880D-5662D1AA94D7}" sibTransId="{0D20C555-1DA3-49B8-B8DF-5EDD6AF7C3CB}"/>
    <dgm:cxn modelId="{35FA288E-4016-40CB-A615-F9C8FA267A0B}" type="presOf" srcId="{B21DB45D-A6A6-41A0-852F-9ADD4939A8CF}" destId="{F14862F4-7685-404B-8389-73F4C7E81D69}" srcOrd="0" destOrd="0" presId="urn:microsoft.com/office/officeart/2005/8/layout/hierarchy3"/>
    <dgm:cxn modelId="{F290EB8E-6966-4B1C-89E3-21B5DA03D6D7}" srcId="{91B56652-C62D-4AAA-B49A-2A62521F8706}" destId="{A4111533-A55B-4344-BC3D-4D0249555CF3}" srcOrd="3" destOrd="0" parTransId="{39A1ACA5-9CE2-45D0-A595-DB9EFE0F2C1D}" sibTransId="{806D9799-E68B-4572-AA67-87F7099A7A37}"/>
    <dgm:cxn modelId="{4FC2BD97-A17C-4D74-9C0B-439FFE415D54}" type="presOf" srcId="{C2BD972F-CA93-4A88-8182-C3A8FF44CBF7}" destId="{0CAEE8BB-CFFB-467C-B750-90572393C326}" srcOrd="0" destOrd="0" presId="urn:microsoft.com/office/officeart/2005/8/layout/hierarchy3"/>
    <dgm:cxn modelId="{BA25D897-68D1-4D62-8298-2A22EC428A0B}" type="presOf" srcId="{18CBCC56-3DAC-48FC-B2D7-791313659C51}" destId="{0BA0FBE8-F867-43C0-B502-B42D484DB7B9}" srcOrd="0" destOrd="0" presId="urn:microsoft.com/office/officeart/2005/8/layout/hierarchy3"/>
    <dgm:cxn modelId="{CFC29B9E-BB1B-48B7-A458-2AD69F1699CC}" srcId="{E3D3185E-45E4-497B-89C1-B7FCABA6C5E5}" destId="{0B4FA3E1-7857-45B0-9188-3E0D4B2C05A1}" srcOrd="0" destOrd="0" parTransId="{006BFD69-71EB-4C5F-8D4A-E582B4B734B0}" sibTransId="{A5B85A43-3928-4B34-B71E-4E672401CE0A}"/>
    <dgm:cxn modelId="{4DDB799F-CF38-431F-BC57-2D7EC1C49811}" type="presOf" srcId="{0B4FA3E1-7857-45B0-9188-3E0D4B2C05A1}" destId="{E8F80042-85AF-40B5-AC54-EEE2A2DF306D}" srcOrd="0" destOrd="0" presId="urn:microsoft.com/office/officeart/2005/8/layout/hierarchy3"/>
    <dgm:cxn modelId="{AA4CA1A3-97B1-4542-9FFB-E56AA221832A}" type="presOf" srcId="{4FF4EDCA-AC48-4541-A877-6E29B87A6A10}" destId="{EF359080-FB8B-45F5-981E-FB489DA29E5D}" srcOrd="0" destOrd="0" presId="urn:microsoft.com/office/officeart/2005/8/layout/hierarchy3"/>
    <dgm:cxn modelId="{94BF98A8-79DD-4EF2-8F9B-CAF7AB634526}" type="presOf" srcId="{C84E9089-63BA-48F1-9B01-C9057B15C3D1}" destId="{2EC85DA5-4FC3-438A-AE48-7294E2B3D279}" srcOrd="0" destOrd="0" presId="urn:microsoft.com/office/officeart/2005/8/layout/hierarchy3"/>
    <dgm:cxn modelId="{5072D6AC-97D4-4602-AF0C-53BBD09DD70E}" srcId="{0B4FA3E1-7857-45B0-9188-3E0D4B2C05A1}" destId="{5A83AFAC-3ABA-40BD-9DE5-6E74C85F078A}" srcOrd="2" destOrd="0" parTransId="{DAECEC2A-4E62-4012-928B-D849254C0811}" sibTransId="{6A8661D4-EBBA-46B3-8D8D-4B5381D30EF3}"/>
    <dgm:cxn modelId="{D06AFAAD-31B3-4445-81FE-63E69E922388}" srcId="{4FF4EDCA-AC48-4541-A877-6E29B87A6A10}" destId="{1332BCB9-CE76-4C6E-9891-2B4D57E74EA6}" srcOrd="3" destOrd="0" parTransId="{8CAF8A94-EF74-49FF-94C4-77B4A081BBF1}" sibTransId="{0AD31EA0-19FD-43BA-9FFB-5190C8B82B72}"/>
    <dgm:cxn modelId="{0FFB93AF-CFD5-4069-B9EE-A207C3FE7268}" srcId="{7E0BAE7B-31AD-41DF-BE16-C2D907C0ED6D}" destId="{D893F79D-DE4D-4CF5-9721-3751BB8FA001}" srcOrd="1" destOrd="0" parTransId="{7365DADB-43FF-4F65-87CD-0A9EC228EE8E}" sibTransId="{5DAFBD7D-9786-456A-B935-FBEF6CBF6F60}"/>
    <dgm:cxn modelId="{02033BB3-2166-46A4-BC30-25567A24C821}" type="presOf" srcId="{39A1ACA5-9CE2-45D0-A595-DB9EFE0F2C1D}" destId="{13173364-EED2-445F-829E-AD045F7DB1D3}" srcOrd="0" destOrd="0" presId="urn:microsoft.com/office/officeart/2005/8/layout/hierarchy3"/>
    <dgm:cxn modelId="{D0B4BBB4-48C0-4D65-ABDD-BA9F6E69AC86}" type="presOf" srcId="{15057AF6-D3AD-4668-986A-6786DD7A5F01}" destId="{A3339CC4-0FA5-4A14-ADC2-8C97F98C88FA}" srcOrd="0" destOrd="0" presId="urn:microsoft.com/office/officeart/2005/8/layout/hierarchy3"/>
    <dgm:cxn modelId="{1B320CB5-87F6-41ED-A4AC-90D979419D52}" type="presOf" srcId="{78F5CF95-49A8-4003-8886-EDAA06D71C6A}" destId="{22CE6446-1C94-4994-9698-BDCD8ECC2E24}" srcOrd="0" destOrd="0" presId="urn:microsoft.com/office/officeart/2005/8/layout/hierarchy3"/>
    <dgm:cxn modelId="{34ED13B5-007F-404C-8599-0FB67F0CB01E}" type="presOf" srcId="{E133B569-EF6B-4DE1-A01E-68BEF180C60C}" destId="{8948E64B-F205-4D5F-A05F-4E922220240C}" srcOrd="0" destOrd="0" presId="urn:microsoft.com/office/officeart/2005/8/layout/hierarchy3"/>
    <dgm:cxn modelId="{149CB9B5-12DA-4DBD-80AD-0C1C5AAC74E9}" type="presOf" srcId="{F2B8F7BC-BD7F-43C0-9368-051D5AAA41B6}" destId="{A3F3E6A3-3509-4392-86EB-F6FF07645FE3}" srcOrd="0" destOrd="0" presId="urn:microsoft.com/office/officeart/2005/8/layout/hierarchy3"/>
    <dgm:cxn modelId="{E8D2EEB5-919C-41F1-9919-0FC15838DB7F}" type="presOf" srcId="{91B56652-C62D-4AAA-B49A-2A62521F8706}" destId="{995A2EAE-3F48-411D-858D-108F1591DD19}" srcOrd="0" destOrd="0" presId="urn:microsoft.com/office/officeart/2005/8/layout/hierarchy3"/>
    <dgm:cxn modelId="{B644FFB6-4874-4292-AD2D-1BC7A017692D}" type="presOf" srcId="{7979CBFA-9874-43DE-A953-0E86E4DB7466}" destId="{92AFADF3-A42B-43CE-BC54-AF36BDB91066}" srcOrd="0" destOrd="0" presId="urn:microsoft.com/office/officeart/2005/8/layout/hierarchy3"/>
    <dgm:cxn modelId="{EABAE5BC-0667-4771-9CB8-1A24940E0DBB}" srcId="{91B56652-C62D-4AAA-B49A-2A62521F8706}" destId="{099F7646-D961-46AB-8A0E-8AF11EA16EBD}" srcOrd="1" destOrd="0" parTransId="{EE2777E1-357C-4520-94F0-65245FB9827D}" sibTransId="{8A3C8573-3C7F-41CE-87E2-A772FC3DDDEF}"/>
    <dgm:cxn modelId="{D00F09C2-5218-4682-A77A-EFB3849BA12C}" type="presOf" srcId="{C3D0804E-DD98-433F-AE34-5C533AB3FB33}" destId="{D25941D4-919A-41E6-ACD4-8549EBA001DD}" srcOrd="0" destOrd="0" presId="urn:microsoft.com/office/officeart/2005/8/layout/hierarchy3"/>
    <dgm:cxn modelId="{CC23B8C2-FA4D-4A7A-BEA0-B00F40728571}" srcId="{4FF4EDCA-AC48-4541-A877-6E29B87A6A10}" destId="{C84E9089-63BA-48F1-9B01-C9057B15C3D1}" srcOrd="2" destOrd="0" parTransId="{5E9DB3D7-A34B-4386-AF73-9A47E2FD2AB5}" sibTransId="{391F058D-7038-4990-A1E1-99FE9E8E21E9}"/>
    <dgm:cxn modelId="{5FAE08C3-4C83-4EC3-AA31-CA0433483113}" srcId="{0B4FA3E1-7857-45B0-9188-3E0D4B2C05A1}" destId="{D63241AA-D084-486B-B229-BBD6EF412F56}" srcOrd="3" destOrd="0" parTransId="{C3D0804E-DD98-433F-AE34-5C533AB3FB33}" sibTransId="{0A5758CF-FC95-4ACB-8D5E-D4EA415F9B3A}"/>
    <dgm:cxn modelId="{A2D24EC6-BC0F-46E6-AC54-206482779A24}" type="presOf" srcId="{35A7E2DF-A4FE-433C-880D-5662D1AA94D7}" destId="{C2DE0B1C-3B36-4130-A823-23BD8EB47AC2}" srcOrd="0" destOrd="0" presId="urn:microsoft.com/office/officeart/2005/8/layout/hierarchy3"/>
    <dgm:cxn modelId="{154E37CB-E0D3-4D6E-A202-DE6863A905C9}" type="presOf" srcId="{2D04621D-051F-4437-9A53-A14A78F8388A}" destId="{9DBA13C8-1742-40DF-BC2F-068931E9541C}" srcOrd="0" destOrd="0" presId="urn:microsoft.com/office/officeart/2005/8/layout/hierarchy3"/>
    <dgm:cxn modelId="{BE8B9ACB-6007-41C6-8330-FBA768D29CD1}" type="presOf" srcId="{0D04CA73-5EAE-402A-AA7D-75C30DA906C9}" destId="{156DC915-92A1-4782-B717-85531D855289}" srcOrd="0" destOrd="0" presId="urn:microsoft.com/office/officeart/2005/8/layout/hierarchy3"/>
    <dgm:cxn modelId="{D2A73DCF-7E13-4D7D-A798-35A78CEC0200}" type="presOf" srcId="{060E6B65-3BDD-47BA-839D-DE351774DD11}" destId="{9C104963-EF40-437B-B68C-4080EAC57535}" srcOrd="0" destOrd="0" presId="urn:microsoft.com/office/officeart/2005/8/layout/hierarchy3"/>
    <dgm:cxn modelId="{3EB9E0D3-C6B9-48B6-A0A8-C2412987C4D5}" type="presOf" srcId="{099F7646-D961-46AB-8A0E-8AF11EA16EBD}" destId="{E100B0D1-BB35-4594-95E6-33229883BF07}" srcOrd="0" destOrd="0" presId="urn:microsoft.com/office/officeart/2005/8/layout/hierarchy3"/>
    <dgm:cxn modelId="{CB0AF2D5-2AEE-4402-99BB-56F6819DB141}" type="presOf" srcId="{7E0BAE7B-31AD-41DF-BE16-C2D907C0ED6D}" destId="{92A089A2-54A3-4849-8B3D-D4AF6C7BC15F}" srcOrd="1" destOrd="0" presId="urn:microsoft.com/office/officeart/2005/8/layout/hierarchy3"/>
    <dgm:cxn modelId="{A977D8D7-AFA0-46A1-81DA-0AEE612A51F3}" srcId="{E3D3185E-45E4-497B-89C1-B7FCABA6C5E5}" destId="{7E0BAE7B-31AD-41DF-BE16-C2D907C0ED6D}" srcOrd="2" destOrd="0" parTransId="{BD65791F-3A43-4AC8-8EDF-041F5676B856}" sibTransId="{830046A1-53D8-419B-8D1F-AB8EA5A51FE3}"/>
    <dgm:cxn modelId="{BB31BADB-2DC1-4458-88FB-C8746C456264}" srcId="{E3D3185E-45E4-497B-89C1-B7FCABA6C5E5}" destId="{18CBCC56-3DAC-48FC-B2D7-791313659C51}" srcOrd="3" destOrd="0" parTransId="{AB5E9A43-CE7F-4CD0-8FBC-C1601AF14F5C}" sibTransId="{6D46B4DC-2C1E-40E6-9CC2-A4E778CCA6F5}"/>
    <dgm:cxn modelId="{8327C6DD-58D0-4B02-819C-854F9DE342A6}" srcId="{18CBCC56-3DAC-48FC-B2D7-791313659C51}" destId="{78F5CF95-49A8-4003-8886-EDAA06D71C6A}" srcOrd="3" destOrd="0" parTransId="{9AAF29FE-5C15-4000-8358-6927EB5B88CD}" sibTransId="{9053A816-DB30-493A-A457-E83A69E89363}"/>
    <dgm:cxn modelId="{4497C7DD-69CB-4424-90B8-23342C451B9B}" type="presOf" srcId="{E3D3185E-45E4-497B-89C1-B7FCABA6C5E5}" destId="{310F6982-62A5-4712-9E40-9B983790EBBA}" srcOrd="0" destOrd="0" presId="urn:microsoft.com/office/officeart/2005/8/layout/hierarchy3"/>
    <dgm:cxn modelId="{4AEC7CDE-4500-4A4D-B9BE-D0563088C89C}" srcId="{0B4FA3E1-7857-45B0-9188-3E0D4B2C05A1}" destId="{3FDE4E4E-F949-410C-BA6F-6342C3346450}" srcOrd="0" destOrd="0" parTransId="{15057AF6-D3AD-4668-986A-6786DD7A5F01}" sibTransId="{88AD9062-2BFC-4C61-9AC7-E6F054099D2D}"/>
    <dgm:cxn modelId="{DA4C88DE-1D54-4467-A589-A99D4DB0307C}" srcId="{91B56652-C62D-4AAA-B49A-2A62521F8706}" destId="{66CA9F57-5B50-490D-9C24-20F088D1BF3F}" srcOrd="0" destOrd="0" parTransId="{53951858-547D-47D5-A5B0-41B279006CE8}" sibTransId="{5DC4A80B-EE10-4DA8-B977-B22DB81DB731}"/>
    <dgm:cxn modelId="{3EC8D6E2-8C17-4DE5-A450-595FF6F41AB4}" type="presOf" srcId="{51D2421D-861B-41D1-8D27-1A73DB07BB0A}" destId="{B6BE9D96-76FB-408B-B3CA-8E3F6CAF6B4B}" srcOrd="0" destOrd="0" presId="urn:microsoft.com/office/officeart/2005/8/layout/hierarchy3"/>
    <dgm:cxn modelId="{1A62A6E3-98F5-4754-A238-DB50C207ADA2}" type="presOf" srcId="{8CAF8A94-EF74-49FF-94C4-77B4A081BBF1}" destId="{EB48E595-7BFF-4D05-A722-0846A9E0E16F}" srcOrd="0" destOrd="0" presId="urn:microsoft.com/office/officeart/2005/8/layout/hierarchy3"/>
    <dgm:cxn modelId="{F59A33E4-DD95-4EEE-A4D4-7EA1D6322369}" srcId="{91B56652-C62D-4AAA-B49A-2A62521F8706}" destId="{AF0CEE70-33A1-41BB-8729-9A306B6A6779}" srcOrd="5" destOrd="0" parTransId="{EB8FA3EB-8A93-407C-8694-501568AAB581}" sibTransId="{F29E6D87-57FE-47E5-84CC-344A2462B648}"/>
    <dgm:cxn modelId="{B4DD62EB-454D-4175-872B-F52999D46030}" type="presOf" srcId="{DAECEC2A-4E62-4012-928B-D849254C0811}" destId="{6B049A3E-C27B-41E7-BA57-7C27531137F4}" srcOrd="0" destOrd="0" presId="urn:microsoft.com/office/officeart/2005/8/layout/hierarchy3"/>
    <dgm:cxn modelId="{F63A48EC-40F0-413C-8E24-CA4087998123}" type="presOf" srcId="{18CBCC56-3DAC-48FC-B2D7-791313659C51}" destId="{D96E53F6-7D99-4DD0-8716-285E99E2473A}" srcOrd="1" destOrd="0" presId="urn:microsoft.com/office/officeart/2005/8/layout/hierarchy3"/>
    <dgm:cxn modelId="{CAD02EEE-BBB3-4EF6-B5DF-AE050FA14B08}" type="presOf" srcId="{14E7F61B-A525-4888-A666-AE166C12E85A}" destId="{16A3C9F0-A60C-4D9E-A41C-A30AFD19E5F4}" srcOrd="0" destOrd="0" presId="urn:microsoft.com/office/officeart/2005/8/layout/hierarchy3"/>
    <dgm:cxn modelId="{163427F3-6020-4F2A-8108-16E15D9149C5}" type="presOf" srcId="{7E6CD7C9-3681-48D9-9D48-24B21655DE59}" destId="{DB8D091F-84F8-4430-8638-3E1AE045D761}" srcOrd="0" destOrd="0" presId="urn:microsoft.com/office/officeart/2005/8/layout/hierarchy3"/>
    <dgm:cxn modelId="{9FDDE3F7-15EC-4DDE-A3BD-7E9A4E9F3EE9}" type="presOf" srcId="{EE2777E1-357C-4520-94F0-65245FB9827D}" destId="{3C19C973-FAD3-4D66-AD5E-B6B140C6EC1F}" srcOrd="0" destOrd="0" presId="urn:microsoft.com/office/officeart/2005/8/layout/hierarchy3"/>
    <dgm:cxn modelId="{B1B8F5F7-93D2-4E18-B4F1-32ABCBC540E8}" type="presOf" srcId="{91B56652-C62D-4AAA-B49A-2A62521F8706}" destId="{CDF38318-B153-45B0-B868-2281798205F8}" srcOrd="1" destOrd="0" presId="urn:microsoft.com/office/officeart/2005/8/layout/hierarchy3"/>
    <dgm:cxn modelId="{1307FFFB-8744-41A7-BB44-9B083ED222DE}" type="presOf" srcId="{DA2FC731-085A-4AF4-B22B-E07EE7E29BA9}" destId="{D07F4E21-A1A2-4AA4-B5ED-8C18F78A14EA}" srcOrd="0" destOrd="0" presId="urn:microsoft.com/office/officeart/2005/8/layout/hierarchy3"/>
    <dgm:cxn modelId="{2971C8FC-29AB-416A-9586-46B4FBE3B96E}" type="presOf" srcId="{7E0BAE7B-31AD-41DF-BE16-C2D907C0ED6D}" destId="{05182658-0D0D-49BB-9276-17F2428FBBDE}" srcOrd="0" destOrd="0" presId="urn:microsoft.com/office/officeart/2005/8/layout/hierarchy3"/>
    <dgm:cxn modelId="{13C086FD-9D3B-48AB-B0F1-7037BA90624A}" type="presOf" srcId="{76624AF5-0B32-4DCE-B89A-8E9279760751}" destId="{43695481-3402-474F-B460-BFC631EA3F8F}" srcOrd="0" destOrd="0" presId="urn:microsoft.com/office/officeart/2005/8/layout/hierarchy3"/>
    <dgm:cxn modelId="{C43BECFF-8178-4D36-B8D7-F89E87DDE99E}" type="presOf" srcId="{72342458-A38E-4FC1-BCC2-5B57B83FD55D}" destId="{74DFEF71-B560-4932-88DD-7682FAB43999}" srcOrd="0" destOrd="0" presId="urn:microsoft.com/office/officeart/2005/8/layout/hierarchy3"/>
    <dgm:cxn modelId="{CC1F1E67-C750-4518-AE72-C2C4091D6718}" type="presParOf" srcId="{310F6982-62A5-4712-9E40-9B983790EBBA}" destId="{9622275D-2B46-4E05-BFAA-476B64FBB3E7}" srcOrd="0" destOrd="0" presId="urn:microsoft.com/office/officeart/2005/8/layout/hierarchy3"/>
    <dgm:cxn modelId="{67A0D6E4-A46E-44F2-A361-F2BACD809B71}" type="presParOf" srcId="{9622275D-2B46-4E05-BFAA-476B64FBB3E7}" destId="{4D3966BE-B591-43C1-8CF1-A9E726522EBE}" srcOrd="0" destOrd="0" presId="urn:microsoft.com/office/officeart/2005/8/layout/hierarchy3"/>
    <dgm:cxn modelId="{93EE06B4-8853-44AC-A9A1-F9B3C8585100}" type="presParOf" srcId="{4D3966BE-B591-43C1-8CF1-A9E726522EBE}" destId="{E8F80042-85AF-40B5-AC54-EEE2A2DF306D}" srcOrd="0" destOrd="0" presId="urn:microsoft.com/office/officeart/2005/8/layout/hierarchy3"/>
    <dgm:cxn modelId="{3A6DB0E9-CCEF-4EB1-B5D9-510DD47E7C9E}" type="presParOf" srcId="{4D3966BE-B591-43C1-8CF1-A9E726522EBE}" destId="{B0FCF8AF-D10B-4401-A189-7916E2B43E1A}" srcOrd="1" destOrd="0" presId="urn:microsoft.com/office/officeart/2005/8/layout/hierarchy3"/>
    <dgm:cxn modelId="{C58C8734-82FD-4151-A300-CCE8CF647181}" type="presParOf" srcId="{9622275D-2B46-4E05-BFAA-476B64FBB3E7}" destId="{985FCF02-C1CD-4FC4-B5D4-DF24263FFE95}" srcOrd="1" destOrd="0" presId="urn:microsoft.com/office/officeart/2005/8/layout/hierarchy3"/>
    <dgm:cxn modelId="{5E086780-E5AE-4D43-8EFA-50F5ABF36AD1}" type="presParOf" srcId="{985FCF02-C1CD-4FC4-B5D4-DF24263FFE95}" destId="{A3339CC4-0FA5-4A14-ADC2-8C97F98C88FA}" srcOrd="0" destOrd="0" presId="urn:microsoft.com/office/officeart/2005/8/layout/hierarchy3"/>
    <dgm:cxn modelId="{CA681113-0405-4DC7-9A14-C817FBEE7E6E}" type="presParOf" srcId="{985FCF02-C1CD-4FC4-B5D4-DF24263FFE95}" destId="{E4FDDD6D-6780-48B3-9B55-A29C101AD1DE}" srcOrd="1" destOrd="0" presId="urn:microsoft.com/office/officeart/2005/8/layout/hierarchy3"/>
    <dgm:cxn modelId="{F3390C9C-2B15-4BBF-B3C0-057516957F5C}" type="presParOf" srcId="{985FCF02-C1CD-4FC4-B5D4-DF24263FFE95}" destId="{553FBDF1-F446-453B-9AFA-5010681CECB2}" srcOrd="2" destOrd="0" presId="urn:microsoft.com/office/officeart/2005/8/layout/hierarchy3"/>
    <dgm:cxn modelId="{5D9838C7-188B-42B0-87E8-C8B1F6272E26}" type="presParOf" srcId="{985FCF02-C1CD-4FC4-B5D4-DF24263FFE95}" destId="{1CCAA50E-A770-4F2F-8C62-7C5168E71B98}" srcOrd="3" destOrd="0" presId="urn:microsoft.com/office/officeart/2005/8/layout/hierarchy3"/>
    <dgm:cxn modelId="{FBE254A9-6107-4DD9-92DC-17FF1BC2735F}" type="presParOf" srcId="{985FCF02-C1CD-4FC4-B5D4-DF24263FFE95}" destId="{6B049A3E-C27B-41E7-BA57-7C27531137F4}" srcOrd="4" destOrd="0" presId="urn:microsoft.com/office/officeart/2005/8/layout/hierarchy3"/>
    <dgm:cxn modelId="{6D83108C-E0EB-4A19-804A-CCEBB1F3368C}" type="presParOf" srcId="{985FCF02-C1CD-4FC4-B5D4-DF24263FFE95}" destId="{F677F30B-711C-4152-80AF-DBD690913589}" srcOrd="5" destOrd="0" presId="urn:microsoft.com/office/officeart/2005/8/layout/hierarchy3"/>
    <dgm:cxn modelId="{C06D5BB5-6AC6-49E8-8393-916463CA96A7}" type="presParOf" srcId="{985FCF02-C1CD-4FC4-B5D4-DF24263FFE95}" destId="{D25941D4-919A-41E6-ACD4-8549EBA001DD}" srcOrd="6" destOrd="0" presId="urn:microsoft.com/office/officeart/2005/8/layout/hierarchy3"/>
    <dgm:cxn modelId="{00519086-4B34-41A5-877C-BDEF06F53FEE}" type="presParOf" srcId="{985FCF02-C1CD-4FC4-B5D4-DF24263FFE95}" destId="{C6C603A9-CD5C-4119-A76A-38862C48DF85}" srcOrd="7" destOrd="0" presId="urn:microsoft.com/office/officeart/2005/8/layout/hierarchy3"/>
    <dgm:cxn modelId="{8959AEC0-A499-475D-A931-9B11CF819969}" type="presParOf" srcId="{310F6982-62A5-4712-9E40-9B983790EBBA}" destId="{AC1E923F-F855-4A1D-88D8-76B3AAFF1820}" srcOrd="1" destOrd="0" presId="urn:microsoft.com/office/officeart/2005/8/layout/hierarchy3"/>
    <dgm:cxn modelId="{0188E080-FE1A-41A9-AF9D-63C2D3ED2F59}" type="presParOf" srcId="{AC1E923F-F855-4A1D-88D8-76B3AAFF1820}" destId="{0D66064B-F218-4ED1-8E30-27637D5BC4D6}" srcOrd="0" destOrd="0" presId="urn:microsoft.com/office/officeart/2005/8/layout/hierarchy3"/>
    <dgm:cxn modelId="{7CA46451-10FF-45E2-9360-35A4F4C7A774}" type="presParOf" srcId="{0D66064B-F218-4ED1-8E30-27637D5BC4D6}" destId="{995A2EAE-3F48-411D-858D-108F1591DD19}" srcOrd="0" destOrd="0" presId="urn:microsoft.com/office/officeart/2005/8/layout/hierarchy3"/>
    <dgm:cxn modelId="{4970F9BB-417A-4F36-AA7C-8901FC18FBE4}" type="presParOf" srcId="{0D66064B-F218-4ED1-8E30-27637D5BC4D6}" destId="{CDF38318-B153-45B0-B868-2281798205F8}" srcOrd="1" destOrd="0" presId="urn:microsoft.com/office/officeart/2005/8/layout/hierarchy3"/>
    <dgm:cxn modelId="{A0B3C3F8-52D9-4E75-A056-B9F0B1380E24}" type="presParOf" srcId="{AC1E923F-F855-4A1D-88D8-76B3AAFF1820}" destId="{E6AF5532-4985-498A-A540-9940C2700308}" srcOrd="1" destOrd="0" presId="urn:microsoft.com/office/officeart/2005/8/layout/hierarchy3"/>
    <dgm:cxn modelId="{E6C6D5B1-44E0-4E3D-9279-61D24C22F174}" type="presParOf" srcId="{E6AF5532-4985-498A-A540-9940C2700308}" destId="{C0D1B951-09C1-40D3-B025-67A2AFEA435E}" srcOrd="0" destOrd="0" presId="urn:microsoft.com/office/officeart/2005/8/layout/hierarchy3"/>
    <dgm:cxn modelId="{4DACD662-766E-49FC-B72E-6CF1712826C7}" type="presParOf" srcId="{E6AF5532-4985-498A-A540-9940C2700308}" destId="{49795653-FB13-4272-9049-E9DA72827ACE}" srcOrd="1" destOrd="0" presId="urn:microsoft.com/office/officeart/2005/8/layout/hierarchy3"/>
    <dgm:cxn modelId="{758DB5DF-8633-4B34-A13E-3C0C5BD00483}" type="presParOf" srcId="{E6AF5532-4985-498A-A540-9940C2700308}" destId="{3C19C973-FAD3-4D66-AD5E-B6B140C6EC1F}" srcOrd="2" destOrd="0" presId="urn:microsoft.com/office/officeart/2005/8/layout/hierarchy3"/>
    <dgm:cxn modelId="{3685A508-6CC7-4951-988A-C62EF6711678}" type="presParOf" srcId="{E6AF5532-4985-498A-A540-9940C2700308}" destId="{E100B0D1-BB35-4594-95E6-33229883BF07}" srcOrd="3" destOrd="0" presId="urn:microsoft.com/office/officeart/2005/8/layout/hierarchy3"/>
    <dgm:cxn modelId="{66B907C8-A693-416C-9047-D96215C5E46B}" type="presParOf" srcId="{E6AF5532-4985-498A-A540-9940C2700308}" destId="{DB8D091F-84F8-4430-8638-3E1AE045D761}" srcOrd="4" destOrd="0" presId="urn:microsoft.com/office/officeart/2005/8/layout/hierarchy3"/>
    <dgm:cxn modelId="{856C8F58-6406-491C-8A9B-190365E0DE96}" type="presParOf" srcId="{E6AF5532-4985-498A-A540-9940C2700308}" destId="{156DC915-92A1-4782-B717-85531D855289}" srcOrd="5" destOrd="0" presId="urn:microsoft.com/office/officeart/2005/8/layout/hierarchy3"/>
    <dgm:cxn modelId="{95E9E4FD-D977-4BD1-9454-66DA9A717DA0}" type="presParOf" srcId="{E6AF5532-4985-498A-A540-9940C2700308}" destId="{13173364-EED2-445F-829E-AD045F7DB1D3}" srcOrd="6" destOrd="0" presId="urn:microsoft.com/office/officeart/2005/8/layout/hierarchy3"/>
    <dgm:cxn modelId="{48998F08-68CE-4DC8-BF60-7DCE12D8A655}" type="presParOf" srcId="{E6AF5532-4985-498A-A540-9940C2700308}" destId="{46FD569F-C6EA-43FE-A194-E828A4B4ADD5}" srcOrd="7" destOrd="0" presId="urn:microsoft.com/office/officeart/2005/8/layout/hierarchy3"/>
    <dgm:cxn modelId="{8D8E10BF-764C-40A3-BD4A-BC60B885AF28}" type="presParOf" srcId="{E6AF5532-4985-498A-A540-9940C2700308}" destId="{E4BCFA1A-F521-4A2E-A607-EB6E357D5868}" srcOrd="8" destOrd="0" presId="urn:microsoft.com/office/officeart/2005/8/layout/hierarchy3"/>
    <dgm:cxn modelId="{92388317-44B9-4FFE-9EF9-D86FEB3A012A}" type="presParOf" srcId="{E6AF5532-4985-498A-A540-9940C2700308}" destId="{CE1AF04F-CE28-4DB4-8784-E78C4DBC27DF}" srcOrd="9" destOrd="0" presId="urn:microsoft.com/office/officeart/2005/8/layout/hierarchy3"/>
    <dgm:cxn modelId="{44B09234-13AF-4138-996F-0D42AD0FDAB7}" type="presParOf" srcId="{E6AF5532-4985-498A-A540-9940C2700308}" destId="{FD6C8CA9-75FD-4814-B31B-F0CD219969F1}" srcOrd="10" destOrd="0" presId="urn:microsoft.com/office/officeart/2005/8/layout/hierarchy3"/>
    <dgm:cxn modelId="{57B8291C-6507-491E-A018-2F61A2117C09}" type="presParOf" srcId="{E6AF5532-4985-498A-A540-9940C2700308}" destId="{0851534B-7A1B-4BE5-9890-174AC47F8884}" srcOrd="11" destOrd="0" presId="urn:microsoft.com/office/officeart/2005/8/layout/hierarchy3"/>
    <dgm:cxn modelId="{BC796F14-B13E-472C-B260-94BE5AF35530}" type="presParOf" srcId="{E6AF5532-4985-498A-A540-9940C2700308}" destId="{8DA25EA3-F782-421A-A163-44BD8709068F}" srcOrd="12" destOrd="0" presId="urn:microsoft.com/office/officeart/2005/8/layout/hierarchy3"/>
    <dgm:cxn modelId="{D53A8102-55FF-44F3-B2D1-5009F97CAC10}" type="presParOf" srcId="{E6AF5532-4985-498A-A540-9940C2700308}" destId="{78C91D80-A088-49D7-8D88-8B80DC424122}" srcOrd="13" destOrd="0" presId="urn:microsoft.com/office/officeart/2005/8/layout/hierarchy3"/>
    <dgm:cxn modelId="{7C49CFF7-524D-4527-9D89-813869F80E37}" type="presParOf" srcId="{310F6982-62A5-4712-9E40-9B983790EBBA}" destId="{A55C5380-DBD4-4DF4-9EC0-A21921ECE2A8}" srcOrd="2" destOrd="0" presId="urn:microsoft.com/office/officeart/2005/8/layout/hierarchy3"/>
    <dgm:cxn modelId="{7D622F04-9B0A-4A52-929B-ED83C0B81675}" type="presParOf" srcId="{A55C5380-DBD4-4DF4-9EC0-A21921ECE2A8}" destId="{A0F7A96F-073D-499C-9CD1-21C78CD31952}" srcOrd="0" destOrd="0" presId="urn:microsoft.com/office/officeart/2005/8/layout/hierarchy3"/>
    <dgm:cxn modelId="{A4D15E15-C9BA-44D9-9669-F32E9CF6F0FC}" type="presParOf" srcId="{A0F7A96F-073D-499C-9CD1-21C78CD31952}" destId="{05182658-0D0D-49BB-9276-17F2428FBBDE}" srcOrd="0" destOrd="0" presId="urn:microsoft.com/office/officeart/2005/8/layout/hierarchy3"/>
    <dgm:cxn modelId="{A6CA7EB9-BFD5-4A4D-A491-3AABD790CA06}" type="presParOf" srcId="{A0F7A96F-073D-499C-9CD1-21C78CD31952}" destId="{92A089A2-54A3-4849-8B3D-D4AF6C7BC15F}" srcOrd="1" destOrd="0" presId="urn:microsoft.com/office/officeart/2005/8/layout/hierarchy3"/>
    <dgm:cxn modelId="{CE54A000-2CD3-4E79-B39A-B1903EA1F2DE}" type="presParOf" srcId="{A55C5380-DBD4-4DF4-9EC0-A21921ECE2A8}" destId="{02F1C9BE-DB85-4753-B628-657C215EED26}" srcOrd="1" destOrd="0" presId="urn:microsoft.com/office/officeart/2005/8/layout/hierarchy3"/>
    <dgm:cxn modelId="{CBCC4B2A-2DFD-44D3-8DEA-31F9D865E9AE}" type="presParOf" srcId="{02F1C9BE-DB85-4753-B628-657C215EED26}" destId="{5198B6C2-014F-4085-A216-195099429DC4}" srcOrd="0" destOrd="0" presId="urn:microsoft.com/office/officeart/2005/8/layout/hierarchy3"/>
    <dgm:cxn modelId="{639D5438-78C6-426A-9117-62FE61CD2F1F}" type="presParOf" srcId="{02F1C9BE-DB85-4753-B628-657C215EED26}" destId="{8948E64B-F205-4D5F-A05F-4E922220240C}" srcOrd="1" destOrd="0" presId="urn:microsoft.com/office/officeart/2005/8/layout/hierarchy3"/>
    <dgm:cxn modelId="{ADAD1D7F-43DC-4D3A-9900-5839621E12A8}" type="presParOf" srcId="{02F1C9BE-DB85-4753-B628-657C215EED26}" destId="{E611F599-801C-4ECC-A856-73E3C96FB5C7}" srcOrd="2" destOrd="0" presId="urn:microsoft.com/office/officeart/2005/8/layout/hierarchy3"/>
    <dgm:cxn modelId="{54DC6989-8675-4D41-A166-97E9F3F7A0A7}" type="presParOf" srcId="{02F1C9BE-DB85-4753-B628-657C215EED26}" destId="{A29E02AD-0CFD-48C3-82E3-814F9A426B30}" srcOrd="3" destOrd="0" presId="urn:microsoft.com/office/officeart/2005/8/layout/hierarchy3"/>
    <dgm:cxn modelId="{BB451631-5778-4013-B87A-10151BBE9C5D}" type="presParOf" srcId="{02F1C9BE-DB85-4753-B628-657C215EED26}" destId="{92AFADF3-A42B-43CE-BC54-AF36BDB91066}" srcOrd="4" destOrd="0" presId="urn:microsoft.com/office/officeart/2005/8/layout/hierarchy3"/>
    <dgm:cxn modelId="{48B24B98-FA61-4F85-BE04-5ECA9BA503B5}" type="presParOf" srcId="{02F1C9BE-DB85-4753-B628-657C215EED26}" destId="{17395DEC-5656-4523-96E3-243354C17073}" srcOrd="5" destOrd="0" presId="urn:microsoft.com/office/officeart/2005/8/layout/hierarchy3"/>
    <dgm:cxn modelId="{AC8BD989-45B4-45FB-BC3F-405B54B65637}" type="presParOf" srcId="{02F1C9BE-DB85-4753-B628-657C215EED26}" destId="{C2DE0B1C-3B36-4130-A823-23BD8EB47AC2}" srcOrd="6" destOrd="0" presId="urn:microsoft.com/office/officeart/2005/8/layout/hierarchy3"/>
    <dgm:cxn modelId="{CE8FC6B1-054C-4781-AEEE-456C05062925}" type="presParOf" srcId="{02F1C9BE-DB85-4753-B628-657C215EED26}" destId="{0CAEE8BB-CFFB-467C-B750-90572393C326}" srcOrd="7" destOrd="0" presId="urn:microsoft.com/office/officeart/2005/8/layout/hierarchy3"/>
    <dgm:cxn modelId="{741135A1-6FF4-4C5F-9BF2-99D20C2942C9}" type="presParOf" srcId="{02F1C9BE-DB85-4753-B628-657C215EED26}" destId="{18117607-4BC9-4C1E-A302-3B12D61771D9}" srcOrd="8" destOrd="0" presId="urn:microsoft.com/office/officeart/2005/8/layout/hierarchy3"/>
    <dgm:cxn modelId="{B8255BF5-C0F9-484D-8C0D-D518E7366D7F}" type="presParOf" srcId="{02F1C9BE-DB85-4753-B628-657C215EED26}" destId="{DA32F8D5-88BF-4FFF-86A0-C52C128BE8D8}" srcOrd="9" destOrd="0" presId="urn:microsoft.com/office/officeart/2005/8/layout/hierarchy3"/>
    <dgm:cxn modelId="{03066903-AEDA-4D11-AA97-918D6F4A2833}" type="presParOf" srcId="{310F6982-62A5-4712-9E40-9B983790EBBA}" destId="{7942556C-CD14-4010-A07D-EA10B8A5E2AB}" srcOrd="3" destOrd="0" presId="urn:microsoft.com/office/officeart/2005/8/layout/hierarchy3"/>
    <dgm:cxn modelId="{FEBE62C5-AC13-4722-92AB-FB83386032C9}" type="presParOf" srcId="{7942556C-CD14-4010-A07D-EA10B8A5E2AB}" destId="{68F0DB09-1313-4220-BE8D-68E43438B240}" srcOrd="0" destOrd="0" presId="urn:microsoft.com/office/officeart/2005/8/layout/hierarchy3"/>
    <dgm:cxn modelId="{31B27A11-88F0-4946-83A2-7D20BC513BCD}" type="presParOf" srcId="{68F0DB09-1313-4220-BE8D-68E43438B240}" destId="{0BA0FBE8-F867-43C0-B502-B42D484DB7B9}" srcOrd="0" destOrd="0" presId="urn:microsoft.com/office/officeart/2005/8/layout/hierarchy3"/>
    <dgm:cxn modelId="{A8E967E9-6542-4DBE-87B9-F6340BA5915C}" type="presParOf" srcId="{68F0DB09-1313-4220-BE8D-68E43438B240}" destId="{D96E53F6-7D99-4DD0-8716-285E99E2473A}" srcOrd="1" destOrd="0" presId="urn:microsoft.com/office/officeart/2005/8/layout/hierarchy3"/>
    <dgm:cxn modelId="{1BB58A41-5C84-4C4A-AD02-BDDF93612274}" type="presParOf" srcId="{7942556C-CD14-4010-A07D-EA10B8A5E2AB}" destId="{8CD5A0E8-06D6-41E9-B722-631815E8251C}" srcOrd="1" destOrd="0" presId="urn:microsoft.com/office/officeart/2005/8/layout/hierarchy3"/>
    <dgm:cxn modelId="{415AE698-FCAB-459D-8656-DCA84293B3E1}" type="presParOf" srcId="{8CD5A0E8-06D6-41E9-B722-631815E8251C}" destId="{A2853545-8E5D-4DA6-BF60-C23EB79A6326}" srcOrd="0" destOrd="0" presId="urn:microsoft.com/office/officeart/2005/8/layout/hierarchy3"/>
    <dgm:cxn modelId="{5714AEC9-9837-42BF-A02B-BE6DBBD9FDAB}" type="presParOf" srcId="{8CD5A0E8-06D6-41E9-B722-631815E8251C}" destId="{74DFEF71-B560-4932-88DD-7682FAB43999}" srcOrd="1" destOrd="0" presId="urn:microsoft.com/office/officeart/2005/8/layout/hierarchy3"/>
    <dgm:cxn modelId="{5974B1F9-6DCE-4109-80D7-AA30B5B29204}" type="presParOf" srcId="{8CD5A0E8-06D6-41E9-B722-631815E8251C}" destId="{16A3C9F0-A60C-4D9E-A41C-A30AFD19E5F4}" srcOrd="2" destOrd="0" presId="urn:microsoft.com/office/officeart/2005/8/layout/hierarchy3"/>
    <dgm:cxn modelId="{3FD799A2-3235-4CBF-8466-536872B25EB7}" type="presParOf" srcId="{8CD5A0E8-06D6-41E9-B722-631815E8251C}" destId="{B63FA7F6-E0E6-4287-8B37-45EFDACAD1A5}" srcOrd="3" destOrd="0" presId="urn:microsoft.com/office/officeart/2005/8/layout/hierarchy3"/>
    <dgm:cxn modelId="{C577AB71-B7E7-4932-9F88-FB8FA0B30FFE}" type="presParOf" srcId="{8CD5A0E8-06D6-41E9-B722-631815E8251C}" destId="{A3F3E6A3-3509-4392-86EB-F6FF07645FE3}" srcOrd="4" destOrd="0" presId="urn:microsoft.com/office/officeart/2005/8/layout/hierarchy3"/>
    <dgm:cxn modelId="{D8102C70-AD56-4023-B8DB-D5A89D88C99A}" type="presParOf" srcId="{8CD5A0E8-06D6-41E9-B722-631815E8251C}" destId="{9C104963-EF40-437B-B68C-4080EAC57535}" srcOrd="5" destOrd="0" presId="urn:microsoft.com/office/officeart/2005/8/layout/hierarchy3"/>
    <dgm:cxn modelId="{75A604FF-E7EE-4351-B765-1E705A619B5B}" type="presParOf" srcId="{8CD5A0E8-06D6-41E9-B722-631815E8251C}" destId="{C2770CE7-0C5B-4AA8-9727-77BB8C4632DE}" srcOrd="6" destOrd="0" presId="urn:microsoft.com/office/officeart/2005/8/layout/hierarchy3"/>
    <dgm:cxn modelId="{C64E863E-1BB6-4655-80B8-DAA7A3B52D41}" type="presParOf" srcId="{8CD5A0E8-06D6-41E9-B722-631815E8251C}" destId="{22CE6446-1C94-4994-9698-BDCD8ECC2E24}" srcOrd="7" destOrd="0" presId="urn:microsoft.com/office/officeart/2005/8/layout/hierarchy3"/>
    <dgm:cxn modelId="{C58751AD-B45F-49F8-92CA-269D0AD1A6C1}" type="presParOf" srcId="{8CD5A0E8-06D6-41E9-B722-631815E8251C}" destId="{D07F4E21-A1A2-4AA4-B5ED-8C18F78A14EA}" srcOrd="8" destOrd="0" presId="urn:microsoft.com/office/officeart/2005/8/layout/hierarchy3"/>
    <dgm:cxn modelId="{F655A813-F5D3-4B35-9AD6-2B12A139582D}" type="presParOf" srcId="{8CD5A0E8-06D6-41E9-B722-631815E8251C}" destId="{9DBA13C8-1742-40DF-BC2F-068931E9541C}" srcOrd="9" destOrd="0" presId="urn:microsoft.com/office/officeart/2005/8/layout/hierarchy3"/>
    <dgm:cxn modelId="{F57B6F67-CA0C-4AED-BF65-37AC712A50B3}" type="presParOf" srcId="{310F6982-62A5-4712-9E40-9B983790EBBA}" destId="{B745A9C9-469B-4EFD-88FF-DD4A792BD881}" srcOrd="4" destOrd="0" presId="urn:microsoft.com/office/officeart/2005/8/layout/hierarchy3"/>
    <dgm:cxn modelId="{B8032A6F-9D99-4EF9-BE3D-B68EAAE0A983}" type="presParOf" srcId="{B745A9C9-469B-4EFD-88FF-DD4A792BD881}" destId="{54690E74-44CA-4AFB-80DA-04DBBA0FAAC0}" srcOrd="0" destOrd="0" presId="urn:microsoft.com/office/officeart/2005/8/layout/hierarchy3"/>
    <dgm:cxn modelId="{37279534-13B1-40D6-8E50-8C9ED34F3987}" type="presParOf" srcId="{54690E74-44CA-4AFB-80DA-04DBBA0FAAC0}" destId="{EF359080-FB8B-45F5-981E-FB489DA29E5D}" srcOrd="0" destOrd="0" presId="urn:microsoft.com/office/officeart/2005/8/layout/hierarchy3"/>
    <dgm:cxn modelId="{660B2DBE-E577-4310-9B6A-AA1AAB0629C0}" type="presParOf" srcId="{54690E74-44CA-4AFB-80DA-04DBBA0FAAC0}" destId="{C1A95A16-D11B-4C46-8535-262DFB4AA480}" srcOrd="1" destOrd="0" presId="urn:microsoft.com/office/officeart/2005/8/layout/hierarchy3"/>
    <dgm:cxn modelId="{F90B6B1C-CA05-4568-9806-5EF00A458E22}" type="presParOf" srcId="{B745A9C9-469B-4EFD-88FF-DD4A792BD881}" destId="{CE81C0DF-A55D-4A18-A853-26DAC61DF4A0}" srcOrd="1" destOrd="0" presId="urn:microsoft.com/office/officeart/2005/8/layout/hierarchy3"/>
    <dgm:cxn modelId="{A9B23550-AC52-4E76-B10B-FC1460EC0AD1}" type="presParOf" srcId="{CE81C0DF-A55D-4A18-A853-26DAC61DF4A0}" destId="{54D2C1FF-9D9F-4561-8A47-44E0C2BDB43F}" srcOrd="0" destOrd="0" presId="urn:microsoft.com/office/officeart/2005/8/layout/hierarchy3"/>
    <dgm:cxn modelId="{75838610-B4B4-4F06-A03C-2E727D78DA56}" type="presParOf" srcId="{CE81C0DF-A55D-4A18-A853-26DAC61DF4A0}" destId="{0D1BEA9A-202C-480D-B56B-0541C6EFDBD0}" srcOrd="1" destOrd="0" presId="urn:microsoft.com/office/officeart/2005/8/layout/hierarchy3"/>
    <dgm:cxn modelId="{FC40CCA6-DA8C-47AB-80F9-C4CBEF18B1D3}" type="presParOf" srcId="{CE81C0DF-A55D-4A18-A853-26DAC61DF4A0}" destId="{43695481-3402-474F-B460-BFC631EA3F8F}" srcOrd="2" destOrd="0" presId="urn:microsoft.com/office/officeart/2005/8/layout/hierarchy3"/>
    <dgm:cxn modelId="{1DD1FDD5-8A51-4C6E-A13B-CAE6760F4666}" type="presParOf" srcId="{CE81C0DF-A55D-4A18-A853-26DAC61DF4A0}" destId="{B6BE9D96-76FB-408B-B3CA-8E3F6CAF6B4B}" srcOrd="3" destOrd="0" presId="urn:microsoft.com/office/officeart/2005/8/layout/hierarchy3"/>
    <dgm:cxn modelId="{7A1747B7-AC91-4BE9-A5C5-D517AE37E3EC}" type="presParOf" srcId="{CE81C0DF-A55D-4A18-A853-26DAC61DF4A0}" destId="{6DA6E3BF-0069-414B-B306-9C249EBCA608}" srcOrd="4" destOrd="0" presId="urn:microsoft.com/office/officeart/2005/8/layout/hierarchy3"/>
    <dgm:cxn modelId="{A12B1F4C-326F-47F8-8A2F-40A516264EBE}" type="presParOf" srcId="{CE81C0DF-A55D-4A18-A853-26DAC61DF4A0}" destId="{2EC85DA5-4FC3-438A-AE48-7294E2B3D279}" srcOrd="5" destOrd="0" presId="urn:microsoft.com/office/officeart/2005/8/layout/hierarchy3"/>
    <dgm:cxn modelId="{FF7B151B-61C7-4CCB-91DD-C0CD5C91859D}" type="presParOf" srcId="{CE81C0DF-A55D-4A18-A853-26DAC61DF4A0}" destId="{EB48E595-7BFF-4D05-A722-0846A9E0E16F}" srcOrd="6" destOrd="0" presId="urn:microsoft.com/office/officeart/2005/8/layout/hierarchy3"/>
    <dgm:cxn modelId="{E4C793A3-1A82-4939-B4B4-078BA3AACA45}" type="presParOf" srcId="{CE81C0DF-A55D-4A18-A853-26DAC61DF4A0}" destId="{99926AD3-B434-4FA1-ACC1-534E86C9671C}" srcOrd="7" destOrd="0" presId="urn:microsoft.com/office/officeart/2005/8/layout/hierarchy3"/>
    <dgm:cxn modelId="{CF2F35F1-A3D5-4AD4-806A-A9A6D8A4A0E9}" type="presParOf" srcId="{CE81C0DF-A55D-4A18-A853-26DAC61DF4A0}" destId="{6B1D71F0-3D3D-4F73-AD90-61DA2DB4C5CC}" srcOrd="8" destOrd="0" presId="urn:microsoft.com/office/officeart/2005/8/layout/hierarchy3"/>
    <dgm:cxn modelId="{0A2CCE87-AAFE-4AD7-AB2C-2199C1DFCCF2}" type="presParOf" srcId="{CE81C0DF-A55D-4A18-A853-26DAC61DF4A0}" destId="{F14862F4-7685-404B-8389-73F4C7E81D69}" srcOrd="9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32DDC-7F3A-486C-BFE5-D62634DD707F}">
      <dsp:nvSpPr>
        <dsp:cNvPr id="0" name=""/>
        <dsp:cNvSpPr/>
      </dsp:nvSpPr>
      <dsp:spPr>
        <a:xfrm>
          <a:off x="628" y="506775"/>
          <a:ext cx="2705073" cy="4021157"/>
        </a:xfrm>
        <a:prstGeom prst="roundRect">
          <a:avLst>
            <a:gd name="adj" fmla="val 5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3000" b="1" kern="1200" dirty="0">
              <a:solidFill>
                <a:schemeClr val="tx1"/>
              </a:solidFill>
            </a:rPr>
            <a:t>OBETIVO</a:t>
          </a:r>
          <a:endParaRPr lang="es-ES" sz="3000" b="1" kern="1200" dirty="0">
            <a:solidFill>
              <a:schemeClr val="tx1"/>
            </a:solidFill>
          </a:endParaRPr>
        </a:p>
      </dsp:txBody>
      <dsp:txXfrm rot="16200000">
        <a:off x="-1377538" y="1884942"/>
        <a:ext cx="3297348" cy="541014"/>
      </dsp:txXfrm>
    </dsp:sp>
    <dsp:sp modelId="{F55D7DD1-61EF-470C-9DA6-AE8348C39EB4}">
      <dsp:nvSpPr>
        <dsp:cNvPr id="0" name=""/>
        <dsp:cNvSpPr/>
      </dsp:nvSpPr>
      <dsp:spPr>
        <a:xfrm>
          <a:off x="541643" y="506775"/>
          <a:ext cx="2015280" cy="402115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solidFill>
                <a:schemeClr val="tx1"/>
              </a:solidFill>
              <a:latin typeface="Calibri" panose="020F0502020204030204" pitchFamily="34" charset="0"/>
            </a:rPr>
            <a:t>Que exista un lugar para cada artículo, adecuado a las rutinas de trabajo, listos para ser utilizados y con su señalización correspondiente.</a:t>
          </a:r>
          <a:endParaRPr lang="es-ES" sz="1800" kern="1200" dirty="0">
            <a:solidFill>
              <a:schemeClr val="tx1"/>
            </a:solidFill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 dirty="0">
            <a:solidFill>
              <a:schemeClr val="tx1"/>
            </a:solidFill>
            <a:latin typeface="Calibri" panose="020F0502020204030204" pitchFamily="34" charset="0"/>
          </a:endParaRPr>
        </a:p>
      </dsp:txBody>
      <dsp:txXfrm>
        <a:off x="541643" y="506775"/>
        <a:ext cx="2015280" cy="4021157"/>
      </dsp:txXfrm>
    </dsp:sp>
    <dsp:sp modelId="{F81A9C8F-8592-4B56-86E9-00DA9F48C9EB}">
      <dsp:nvSpPr>
        <dsp:cNvPr id="0" name=""/>
        <dsp:cNvSpPr/>
      </dsp:nvSpPr>
      <dsp:spPr>
        <a:xfrm>
          <a:off x="2800380" y="506775"/>
          <a:ext cx="2705073" cy="4021157"/>
        </a:xfrm>
        <a:prstGeom prst="roundRect">
          <a:avLst>
            <a:gd name="adj" fmla="val 5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3000" b="1" kern="1200" dirty="0">
              <a:solidFill>
                <a:schemeClr val="tx1"/>
              </a:solidFill>
            </a:rPr>
            <a:t>CONCEPTO</a:t>
          </a:r>
          <a:endParaRPr lang="es-ES" sz="3000" b="1" kern="1200" dirty="0">
            <a:solidFill>
              <a:schemeClr val="tx1"/>
            </a:solidFill>
          </a:endParaRPr>
        </a:p>
      </dsp:txBody>
      <dsp:txXfrm rot="16200000">
        <a:off x="1422212" y="1884942"/>
        <a:ext cx="3297348" cy="541014"/>
      </dsp:txXfrm>
    </dsp:sp>
    <dsp:sp modelId="{6AD4A891-00DC-4888-A89D-F672FAE94AFF}">
      <dsp:nvSpPr>
        <dsp:cNvPr id="0" name=""/>
        <dsp:cNvSpPr/>
      </dsp:nvSpPr>
      <dsp:spPr>
        <a:xfrm rot="5400000">
          <a:off x="2575513" y="3085137"/>
          <a:ext cx="476784" cy="405761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4389B2-9EF9-48E9-829B-F4B0AF305BB5}">
      <dsp:nvSpPr>
        <dsp:cNvPr id="0" name=""/>
        <dsp:cNvSpPr/>
      </dsp:nvSpPr>
      <dsp:spPr>
        <a:xfrm>
          <a:off x="3341394" y="506775"/>
          <a:ext cx="2015280" cy="402115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solidFill>
                <a:schemeClr val="tx1"/>
              </a:solidFill>
              <a:latin typeface="Calibri" panose="020F0502020204030204" pitchFamily="34" charset="0"/>
            </a:rPr>
            <a:t>Organización de los elementos necesarios de modo que resulten de fácil uso y acceso, los cuales deberán estar, cada uno, etiquetados para que se encuentren, retiren y devuelvan fácilmente.</a:t>
          </a:r>
          <a:endParaRPr lang="es-ES" sz="1800" kern="1200" dirty="0">
            <a:solidFill>
              <a:schemeClr val="tx1"/>
            </a:solidFill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 dirty="0">
            <a:solidFill>
              <a:schemeClr val="tx1"/>
            </a:solidFill>
            <a:latin typeface="Calibri" panose="020F0502020204030204" pitchFamily="34" charset="0"/>
          </a:endParaRPr>
        </a:p>
      </dsp:txBody>
      <dsp:txXfrm>
        <a:off x="3341394" y="506775"/>
        <a:ext cx="2015280" cy="4021157"/>
      </dsp:txXfrm>
    </dsp:sp>
    <dsp:sp modelId="{AA6ECCA6-7DB6-455E-BD4B-3359BE8F14C3}">
      <dsp:nvSpPr>
        <dsp:cNvPr id="0" name=""/>
        <dsp:cNvSpPr/>
      </dsp:nvSpPr>
      <dsp:spPr>
        <a:xfrm>
          <a:off x="5600131" y="506775"/>
          <a:ext cx="2705073" cy="4021157"/>
        </a:xfrm>
        <a:prstGeom prst="roundRect">
          <a:avLst>
            <a:gd name="adj" fmla="val 5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3000" b="1" kern="1200" dirty="0">
              <a:solidFill>
                <a:schemeClr val="tx1"/>
              </a:solidFill>
            </a:rPr>
            <a:t>PASOS A SEGUIR</a:t>
          </a:r>
          <a:endParaRPr lang="es-ES" sz="3000" b="1" kern="1200" dirty="0">
            <a:solidFill>
              <a:schemeClr val="tx1"/>
            </a:solidFill>
          </a:endParaRPr>
        </a:p>
      </dsp:txBody>
      <dsp:txXfrm rot="16200000">
        <a:off x="4221964" y="1884942"/>
        <a:ext cx="3297348" cy="541014"/>
      </dsp:txXfrm>
    </dsp:sp>
    <dsp:sp modelId="{6F7F616B-ADC4-4A36-861A-186E4195F5B0}">
      <dsp:nvSpPr>
        <dsp:cNvPr id="0" name=""/>
        <dsp:cNvSpPr/>
      </dsp:nvSpPr>
      <dsp:spPr>
        <a:xfrm rot="5400000">
          <a:off x="5375264" y="3085137"/>
          <a:ext cx="476784" cy="405761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4A7DB7-D83C-4A5F-B9B6-8CFA45DC702E}">
      <dsp:nvSpPr>
        <dsp:cNvPr id="0" name=""/>
        <dsp:cNvSpPr/>
      </dsp:nvSpPr>
      <dsp:spPr>
        <a:xfrm>
          <a:off x="6141146" y="506775"/>
          <a:ext cx="2015280" cy="402115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solidFill>
                <a:schemeClr val="tx1"/>
              </a:solidFill>
              <a:latin typeface="Calibri" panose="020F0502020204030204" pitchFamily="34" charset="0"/>
            </a:rPr>
            <a:t>1.Asigna e identifica un lugar para cada artículo.</a:t>
          </a:r>
          <a:endParaRPr lang="es-ES" sz="1800" kern="1200" dirty="0">
            <a:solidFill>
              <a:schemeClr val="tx1"/>
            </a:solidFill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solidFill>
                <a:schemeClr val="tx1"/>
              </a:solidFill>
              <a:latin typeface="Calibri" panose="020F0502020204030204" pitchFamily="34" charset="0"/>
            </a:rPr>
            <a:t>2.Determina la cantidad exacta que debe haber de cada artículo.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solidFill>
                <a:schemeClr val="tx1"/>
              </a:solidFill>
              <a:latin typeface="Calibri" panose="020F0502020204030204" pitchFamily="34" charset="0"/>
            </a:rPr>
            <a:t>3.Asegura que cada artículo esté listo para usarse.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solidFill>
                <a:schemeClr val="tx1"/>
              </a:solidFill>
              <a:latin typeface="Calibri" panose="020F0502020204030204" pitchFamily="34" charset="0"/>
            </a:rPr>
            <a:t>4.Crear los medios para asegurar que cada artículo regrese a su lugar.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 dirty="0">
            <a:solidFill>
              <a:schemeClr val="tx1"/>
            </a:solidFill>
            <a:latin typeface="Calibri" panose="020F0502020204030204" pitchFamily="34" charset="0"/>
          </a:endParaRPr>
        </a:p>
      </dsp:txBody>
      <dsp:txXfrm>
        <a:off x="6141146" y="506775"/>
        <a:ext cx="2015280" cy="4021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80042-85AF-40B5-AC54-EEE2A2DF306D}">
      <dsp:nvSpPr>
        <dsp:cNvPr id="0" name=""/>
        <dsp:cNvSpPr/>
      </dsp:nvSpPr>
      <dsp:spPr>
        <a:xfrm>
          <a:off x="118015" y="1240"/>
          <a:ext cx="931328" cy="46566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MATERIALES</a:t>
          </a:r>
        </a:p>
      </dsp:txBody>
      <dsp:txXfrm>
        <a:off x="131654" y="14879"/>
        <a:ext cx="904050" cy="438386"/>
      </dsp:txXfrm>
    </dsp:sp>
    <dsp:sp modelId="{A3339CC4-0FA5-4A14-ADC2-8C97F98C88FA}">
      <dsp:nvSpPr>
        <dsp:cNvPr id="0" name=""/>
        <dsp:cNvSpPr/>
      </dsp:nvSpPr>
      <dsp:spPr>
        <a:xfrm>
          <a:off x="211148" y="466904"/>
          <a:ext cx="93132" cy="3492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9248"/>
              </a:lnTo>
              <a:lnTo>
                <a:pt x="93132" y="34924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FDDD6D-6780-48B3-9B55-A29C101AD1DE}">
      <dsp:nvSpPr>
        <dsp:cNvPr id="0" name=""/>
        <dsp:cNvSpPr/>
      </dsp:nvSpPr>
      <dsp:spPr>
        <a:xfrm>
          <a:off x="304281" y="583320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Consumibles.</a:t>
          </a:r>
          <a:endParaRPr lang="es-ES" sz="700" kern="1200" dirty="0"/>
        </a:p>
      </dsp:txBody>
      <dsp:txXfrm>
        <a:off x="317920" y="596959"/>
        <a:ext cx="717784" cy="438386"/>
      </dsp:txXfrm>
    </dsp:sp>
    <dsp:sp modelId="{553FBDF1-F446-453B-9AFA-5010681CECB2}">
      <dsp:nvSpPr>
        <dsp:cNvPr id="0" name=""/>
        <dsp:cNvSpPr/>
      </dsp:nvSpPr>
      <dsp:spPr>
        <a:xfrm>
          <a:off x="211148" y="466904"/>
          <a:ext cx="93132" cy="9313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1328"/>
              </a:lnTo>
              <a:lnTo>
                <a:pt x="93132" y="93132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CAA50E-A770-4F2F-8C62-7C5168E71B98}">
      <dsp:nvSpPr>
        <dsp:cNvPr id="0" name=""/>
        <dsp:cNvSpPr/>
      </dsp:nvSpPr>
      <dsp:spPr>
        <a:xfrm>
          <a:off x="304281" y="1165401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Materia Prima.</a:t>
          </a:r>
        </a:p>
      </dsp:txBody>
      <dsp:txXfrm>
        <a:off x="317920" y="1179040"/>
        <a:ext cx="717784" cy="438386"/>
      </dsp:txXfrm>
    </dsp:sp>
    <dsp:sp modelId="{6B049A3E-C27B-41E7-BA57-7C27531137F4}">
      <dsp:nvSpPr>
        <dsp:cNvPr id="0" name=""/>
        <dsp:cNvSpPr/>
      </dsp:nvSpPr>
      <dsp:spPr>
        <a:xfrm>
          <a:off x="211148" y="466904"/>
          <a:ext cx="93132" cy="15134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3408"/>
              </a:lnTo>
              <a:lnTo>
                <a:pt x="93132" y="151340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77F30B-711C-4152-80AF-DBD690913589}">
      <dsp:nvSpPr>
        <dsp:cNvPr id="0" name=""/>
        <dsp:cNvSpPr/>
      </dsp:nvSpPr>
      <dsp:spPr>
        <a:xfrm>
          <a:off x="304281" y="1747481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Producto en proceso.</a:t>
          </a:r>
        </a:p>
      </dsp:txBody>
      <dsp:txXfrm>
        <a:off x="317920" y="1761120"/>
        <a:ext cx="717784" cy="438386"/>
      </dsp:txXfrm>
    </dsp:sp>
    <dsp:sp modelId="{D25941D4-919A-41E6-ACD4-8549EBA001DD}">
      <dsp:nvSpPr>
        <dsp:cNvPr id="0" name=""/>
        <dsp:cNvSpPr/>
      </dsp:nvSpPr>
      <dsp:spPr>
        <a:xfrm>
          <a:off x="211148" y="466904"/>
          <a:ext cx="93132" cy="20954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5489"/>
              </a:lnTo>
              <a:lnTo>
                <a:pt x="93132" y="209548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C603A9-CD5C-4119-A76A-38862C48DF85}">
      <dsp:nvSpPr>
        <dsp:cNvPr id="0" name=""/>
        <dsp:cNvSpPr/>
      </dsp:nvSpPr>
      <dsp:spPr>
        <a:xfrm>
          <a:off x="304281" y="2329562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Producto acabado.</a:t>
          </a:r>
        </a:p>
      </dsp:txBody>
      <dsp:txXfrm>
        <a:off x="317920" y="2343201"/>
        <a:ext cx="717784" cy="438386"/>
      </dsp:txXfrm>
    </dsp:sp>
    <dsp:sp modelId="{995A2EAE-3F48-411D-858D-108F1591DD19}">
      <dsp:nvSpPr>
        <dsp:cNvPr id="0" name=""/>
        <dsp:cNvSpPr/>
      </dsp:nvSpPr>
      <dsp:spPr>
        <a:xfrm>
          <a:off x="1282176" y="1240"/>
          <a:ext cx="931328" cy="46566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0" i="0" u="none" kern="1200" dirty="0"/>
            <a:t>MÁQUINAS Y EQUIPOS</a:t>
          </a:r>
        </a:p>
      </dsp:txBody>
      <dsp:txXfrm>
        <a:off x="1295815" y="14879"/>
        <a:ext cx="904050" cy="438386"/>
      </dsp:txXfrm>
    </dsp:sp>
    <dsp:sp modelId="{C0D1B951-09C1-40D3-B025-67A2AFEA435E}">
      <dsp:nvSpPr>
        <dsp:cNvPr id="0" name=""/>
        <dsp:cNvSpPr/>
      </dsp:nvSpPr>
      <dsp:spPr>
        <a:xfrm>
          <a:off x="1375309" y="466904"/>
          <a:ext cx="93132" cy="3492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9248"/>
              </a:lnTo>
              <a:lnTo>
                <a:pt x="93132" y="34924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795653-FB13-4272-9049-E9DA72827ACE}">
      <dsp:nvSpPr>
        <dsp:cNvPr id="0" name=""/>
        <dsp:cNvSpPr/>
      </dsp:nvSpPr>
      <dsp:spPr>
        <a:xfrm>
          <a:off x="1468442" y="583320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Máquinas de trabajo.</a:t>
          </a:r>
        </a:p>
      </dsp:txBody>
      <dsp:txXfrm>
        <a:off x="1482081" y="596959"/>
        <a:ext cx="717784" cy="438386"/>
      </dsp:txXfrm>
    </dsp:sp>
    <dsp:sp modelId="{3C19C973-FAD3-4D66-AD5E-B6B140C6EC1F}">
      <dsp:nvSpPr>
        <dsp:cNvPr id="0" name=""/>
        <dsp:cNvSpPr/>
      </dsp:nvSpPr>
      <dsp:spPr>
        <a:xfrm>
          <a:off x="1375309" y="466904"/>
          <a:ext cx="93132" cy="9313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1328"/>
              </a:lnTo>
              <a:lnTo>
                <a:pt x="93132" y="93132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0B0D1-BB35-4594-95E6-33229883BF07}">
      <dsp:nvSpPr>
        <dsp:cNvPr id="0" name=""/>
        <dsp:cNvSpPr/>
      </dsp:nvSpPr>
      <dsp:spPr>
        <a:xfrm>
          <a:off x="1468442" y="1165401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Utillajes de trabajo.</a:t>
          </a:r>
        </a:p>
      </dsp:txBody>
      <dsp:txXfrm>
        <a:off x="1482081" y="1179040"/>
        <a:ext cx="717784" cy="438386"/>
      </dsp:txXfrm>
    </dsp:sp>
    <dsp:sp modelId="{DB8D091F-84F8-4430-8638-3E1AE045D761}">
      <dsp:nvSpPr>
        <dsp:cNvPr id="0" name=""/>
        <dsp:cNvSpPr/>
      </dsp:nvSpPr>
      <dsp:spPr>
        <a:xfrm>
          <a:off x="1375309" y="466904"/>
          <a:ext cx="93132" cy="15134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3408"/>
              </a:lnTo>
              <a:lnTo>
                <a:pt x="93132" y="151340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6DC915-92A1-4782-B717-85531D855289}">
      <dsp:nvSpPr>
        <dsp:cNvPr id="0" name=""/>
        <dsp:cNvSpPr/>
      </dsp:nvSpPr>
      <dsp:spPr>
        <a:xfrm>
          <a:off x="1468442" y="1747481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Equipos y accesorios de Elevación.</a:t>
          </a:r>
          <a:endParaRPr lang="es-ES" sz="700" kern="1200" dirty="0"/>
        </a:p>
      </dsp:txBody>
      <dsp:txXfrm>
        <a:off x="1482081" y="1761120"/>
        <a:ext cx="717784" cy="438386"/>
      </dsp:txXfrm>
    </dsp:sp>
    <dsp:sp modelId="{13173364-EED2-445F-829E-AD045F7DB1D3}">
      <dsp:nvSpPr>
        <dsp:cNvPr id="0" name=""/>
        <dsp:cNvSpPr/>
      </dsp:nvSpPr>
      <dsp:spPr>
        <a:xfrm>
          <a:off x="1375309" y="466904"/>
          <a:ext cx="93132" cy="20954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5489"/>
              </a:lnTo>
              <a:lnTo>
                <a:pt x="93132" y="209548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FD569F-C6EA-43FE-A194-E828A4B4ADD5}">
      <dsp:nvSpPr>
        <dsp:cNvPr id="0" name=""/>
        <dsp:cNvSpPr/>
      </dsp:nvSpPr>
      <dsp:spPr>
        <a:xfrm>
          <a:off x="1468442" y="2329562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Equipos de ensayo y verificación.</a:t>
          </a:r>
          <a:endParaRPr lang="es-ES" sz="700" kern="1200" dirty="0"/>
        </a:p>
      </dsp:txBody>
      <dsp:txXfrm>
        <a:off x="1482081" y="2343201"/>
        <a:ext cx="717784" cy="438386"/>
      </dsp:txXfrm>
    </dsp:sp>
    <dsp:sp modelId="{E4BCFA1A-F521-4A2E-A607-EB6E357D5868}">
      <dsp:nvSpPr>
        <dsp:cNvPr id="0" name=""/>
        <dsp:cNvSpPr/>
      </dsp:nvSpPr>
      <dsp:spPr>
        <a:xfrm>
          <a:off x="1375309" y="466904"/>
          <a:ext cx="93132" cy="26775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77569"/>
              </a:lnTo>
              <a:lnTo>
                <a:pt x="93132" y="267756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1AF04F-CE28-4DB4-8784-E78C4DBC27DF}">
      <dsp:nvSpPr>
        <dsp:cNvPr id="0" name=""/>
        <dsp:cNvSpPr/>
      </dsp:nvSpPr>
      <dsp:spPr>
        <a:xfrm>
          <a:off x="1468442" y="2911642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Herramientas de ensamblaje .</a:t>
          </a:r>
          <a:endParaRPr lang="es-ES" sz="700" kern="1200" dirty="0"/>
        </a:p>
      </dsp:txBody>
      <dsp:txXfrm>
        <a:off x="1482081" y="2925281"/>
        <a:ext cx="717784" cy="438386"/>
      </dsp:txXfrm>
    </dsp:sp>
    <dsp:sp modelId="{FD6C8CA9-75FD-4814-B31B-F0CD219969F1}">
      <dsp:nvSpPr>
        <dsp:cNvPr id="0" name=""/>
        <dsp:cNvSpPr/>
      </dsp:nvSpPr>
      <dsp:spPr>
        <a:xfrm>
          <a:off x="1375309" y="466904"/>
          <a:ext cx="93132" cy="32596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59650"/>
              </a:lnTo>
              <a:lnTo>
                <a:pt x="93132" y="325965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51534B-7A1B-4BE5-9890-174AC47F8884}">
      <dsp:nvSpPr>
        <dsp:cNvPr id="0" name=""/>
        <dsp:cNvSpPr/>
      </dsp:nvSpPr>
      <dsp:spPr>
        <a:xfrm>
          <a:off x="1468442" y="3493722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Equipos informáticos.</a:t>
          </a:r>
          <a:endParaRPr lang="es-ES" sz="700" kern="1200" dirty="0"/>
        </a:p>
      </dsp:txBody>
      <dsp:txXfrm>
        <a:off x="1482081" y="3507361"/>
        <a:ext cx="717784" cy="438386"/>
      </dsp:txXfrm>
    </dsp:sp>
    <dsp:sp modelId="{8DA25EA3-F782-421A-A163-44BD8709068F}">
      <dsp:nvSpPr>
        <dsp:cNvPr id="0" name=""/>
        <dsp:cNvSpPr/>
      </dsp:nvSpPr>
      <dsp:spPr>
        <a:xfrm>
          <a:off x="1375309" y="466904"/>
          <a:ext cx="93132" cy="38417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41730"/>
              </a:lnTo>
              <a:lnTo>
                <a:pt x="93132" y="384173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C91D80-A088-49D7-8D88-8B80DC424122}">
      <dsp:nvSpPr>
        <dsp:cNvPr id="0" name=""/>
        <dsp:cNvSpPr/>
      </dsp:nvSpPr>
      <dsp:spPr>
        <a:xfrm>
          <a:off x="1468442" y="4075803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Equipos de limpieza.</a:t>
          </a:r>
        </a:p>
      </dsp:txBody>
      <dsp:txXfrm>
        <a:off x="1482081" y="4089442"/>
        <a:ext cx="717784" cy="438386"/>
      </dsp:txXfrm>
    </dsp:sp>
    <dsp:sp modelId="{05182658-0D0D-49BB-9276-17F2428FBBDE}">
      <dsp:nvSpPr>
        <dsp:cNvPr id="0" name=""/>
        <dsp:cNvSpPr/>
      </dsp:nvSpPr>
      <dsp:spPr>
        <a:xfrm>
          <a:off x="2446337" y="1240"/>
          <a:ext cx="931328" cy="46566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TRANSPORTE Y ALMACENAJE</a:t>
          </a:r>
        </a:p>
      </dsp:txBody>
      <dsp:txXfrm>
        <a:off x="2459976" y="14879"/>
        <a:ext cx="904050" cy="438386"/>
      </dsp:txXfrm>
    </dsp:sp>
    <dsp:sp modelId="{5198B6C2-014F-4085-A216-195099429DC4}">
      <dsp:nvSpPr>
        <dsp:cNvPr id="0" name=""/>
        <dsp:cNvSpPr/>
      </dsp:nvSpPr>
      <dsp:spPr>
        <a:xfrm>
          <a:off x="2539470" y="466904"/>
          <a:ext cx="93132" cy="3492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9248"/>
              </a:lnTo>
              <a:lnTo>
                <a:pt x="93132" y="34924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48E64B-F205-4D5F-A05F-4E922220240C}">
      <dsp:nvSpPr>
        <dsp:cNvPr id="0" name=""/>
        <dsp:cNvSpPr/>
      </dsp:nvSpPr>
      <dsp:spPr>
        <a:xfrm>
          <a:off x="2632602" y="583320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Máquinas de transporte.</a:t>
          </a:r>
          <a:endParaRPr lang="es-ES" sz="700" kern="1200" dirty="0"/>
        </a:p>
      </dsp:txBody>
      <dsp:txXfrm>
        <a:off x="2646241" y="596959"/>
        <a:ext cx="717784" cy="438386"/>
      </dsp:txXfrm>
    </dsp:sp>
    <dsp:sp modelId="{E611F599-801C-4ECC-A856-73E3C96FB5C7}">
      <dsp:nvSpPr>
        <dsp:cNvPr id="0" name=""/>
        <dsp:cNvSpPr/>
      </dsp:nvSpPr>
      <dsp:spPr>
        <a:xfrm>
          <a:off x="2539470" y="466904"/>
          <a:ext cx="93132" cy="9313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1328"/>
              </a:lnTo>
              <a:lnTo>
                <a:pt x="93132" y="93132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9E02AD-0CFD-48C3-82E3-814F9A426B30}">
      <dsp:nvSpPr>
        <dsp:cNvPr id="0" name=""/>
        <dsp:cNvSpPr/>
      </dsp:nvSpPr>
      <dsp:spPr>
        <a:xfrm>
          <a:off x="2632602" y="1165401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Utillajes de transporte, Pallets, embalajes de madera, cajas.</a:t>
          </a:r>
          <a:endParaRPr lang="es-ES" sz="700" kern="1200" dirty="0"/>
        </a:p>
      </dsp:txBody>
      <dsp:txXfrm>
        <a:off x="2646241" y="1179040"/>
        <a:ext cx="717784" cy="438386"/>
      </dsp:txXfrm>
    </dsp:sp>
    <dsp:sp modelId="{92AFADF3-A42B-43CE-BC54-AF36BDB91066}">
      <dsp:nvSpPr>
        <dsp:cNvPr id="0" name=""/>
        <dsp:cNvSpPr/>
      </dsp:nvSpPr>
      <dsp:spPr>
        <a:xfrm>
          <a:off x="2539470" y="466904"/>
          <a:ext cx="93132" cy="15134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3408"/>
              </a:lnTo>
              <a:lnTo>
                <a:pt x="93132" y="151340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395DEC-5656-4523-96E3-243354C17073}">
      <dsp:nvSpPr>
        <dsp:cNvPr id="0" name=""/>
        <dsp:cNvSpPr/>
      </dsp:nvSpPr>
      <dsp:spPr>
        <a:xfrm>
          <a:off x="2632602" y="1747481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Estanterías, gavetas, contenedores.</a:t>
          </a:r>
        </a:p>
      </dsp:txBody>
      <dsp:txXfrm>
        <a:off x="2646241" y="1761120"/>
        <a:ext cx="717784" cy="438386"/>
      </dsp:txXfrm>
    </dsp:sp>
    <dsp:sp modelId="{C2DE0B1C-3B36-4130-A823-23BD8EB47AC2}">
      <dsp:nvSpPr>
        <dsp:cNvPr id="0" name=""/>
        <dsp:cNvSpPr/>
      </dsp:nvSpPr>
      <dsp:spPr>
        <a:xfrm>
          <a:off x="2539470" y="466904"/>
          <a:ext cx="93132" cy="20954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5489"/>
              </a:lnTo>
              <a:lnTo>
                <a:pt x="93132" y="209548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AEE8BB-CFFB-467C-B750-90572393C326}">
      <dsp:nvSpPr>
        <dsp:cNvPr id="0" name=""/>
        <dsp:cNvSpPr/>
      </dsp:nvSpPr>
      <dsp:spPr>
        <a:xfrm>
          <a:off x="2632602" y="2329562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Bolsas, plásticos , protecciones, elementos de flejado </a:t>
          </a:r>
          <a:endParaRPr lang="es-ES" sz="700" kern="1200" dirty="0"/>
        </a:p>
      </dsp:txBody>
      <dsp:txXfrm>
        <a:off x="2646241" y="2343201"/>
        <a:ext cx="717784" cy="438386"/>
      </dsp:txXfrm>
    </dsp:sp>
    <dsp:sp modelId="{18117607-4BC9-4C1E-A302-3B12D61771D9}">
      <dsp:nvSpPr>
        <dsp:cNvPr id="0" name=""/>
        <dsp:cNvSpPr/>
      </dsp:nvSpPr>
      <dsp:spPr>
        <a:xfrm>
          <a:off x="2539470" y="466904"/>
          <a:ext cx="93132" cy="26775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77569"/>
              </a:lnTo>
              <a:lnTo>
                <a:pt x="93132" y="267756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32F8D5-88BF-4FFF-86A0-C52C128BE8D8}">
      <dsp:nvSpPr>
        <dsp:cNvPr id="0" name=""/>
        <dsp:cNvSpPr/>
      </dsp:nvSpPr>
      <dsp:spPr>
        <a:xfrm>
          <a:off x="2632602" y="2911642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Carros de transporte.</a:t>
          </a:r>
        </a:p>
      </dsp:txBody>
      <dsp:txXfrm>
        <a:off x="2646241" y="2925281"/>
        <a:ext cx="717784" cy="438386"/>
      </dsp:txXfrm>
    </dsp:sp>
    <dsp:sp modelId="{0BA0FBE8-F867-43C0-B502-B42D484DB7B9}">
      <dsp:nvSpPr>
        <dsp:cNvPr id="0" name=""/>
        <dsp:cNvSpPr/>
      </dsp:nvSpPr>
      <dsp:spPr>
        <a:xfrm>
          <a:off x="3610497" y="1240"/>
          <a:ext cx="931328" cy="46566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MOBILIARIO</a:t>
          </a:r>
        </a:p>
      </dsp:txBody>
      <dsp:txXfrm>
        <a:off x="3624136" y="14879"/>
        <a:ext cx="904050" cy="438386"/>
      </dsp:txXfrm>
    </dsp:sp>
    <dsp:sp modelId="{A2853545-8E5D-4DA6-BF60-C23EB79A6326}">
      <dsp:nvSpPr>
        <dsp:cNvPr id="0" name=""/>
        <dsp:cNvSpPr/>
      </dsp:nvSpPr>
      <dsp:spPr>
        <a:xfrm>
          <a:off x="3703630" y="466904"/>
          <a:ext cx="93132" cy="3492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9248"/>
              </a:lnTo>
              <a:lnTo>
                <a:pt x="93132" y="34924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DFEF71-B560-4932-88DD-7682FAB43999}">
      <dsp:nvSpPr>
        <dsp:cNvPr id="0" name=""/>
        <dsp:cNvSpPr/>
      </dsp:nvSpPr>
      <dsp:spPr>
        <a:xfrm>
          <a:off x="3796763" y="583320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Bancos de trabajo</a:t>
          </a:r>
          <a:endParaRPr lang="es-ES" sz="700" kern="1200" dirty="0"/>
        </a:p>
      </dsp:txBody>
      <dsp:txXfrm>
        <a:off x="3810402" y="596959"/>
        <a:ext cx="717784" cy="438386"/>
      </dsp:txXfrm>
    </dsp:sp>
    <dsp:sp modelId="{16A3C9F0-A60C-4D9E-A41C-A30AFD19E5F4}">
      <dsp:nvSpPr>
        <dsp:cNvPr id="0" name=""/>
        <dsp:cNvSpPr/>
      </dsp:nvSpPr>
      <dsp:spPr>
        <a:xfrm>
          <a:off x="3703630" y="466904"/>
          <a:ext cx="93132" cy="9313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1328"/>
              </a:lnTo>
              <a:lnTo>
                <a:pt x="93132" y="93132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3FA7F6-E0E6-4287-8B37-45EFDACAD1A5}">
      <dsp:nvSpPr>
        <dsp:cNvPr id="0" name=""/>
        <dsp:cNvSpPr/>
      </dsp:nvSpPr>
      <dsp:spPr>
        <a:xfrm>
          <a:off x="3796763" y="1165401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Paneles herramienta</a:t>
          </a:r>
        </a:p>
      </dsp:txBody>
      <dsp:txXfrm>
        <a:off x="3810402" y="1179040"/>
        <a:ext cx="717784" cy="438386"/>
      </dsp:txXfrm>
    </dsp:sp>
    <dsp:sp modelId="{A3F3E6A3-3509-4392-86EB-F6FF07645FE3}">
      <dsp:nvSpPr>
        <dsp:cNvPr id="0" name=""/>
        <dsp:cNvSpPr/>
      </dsp:nvSpPr>
      <dsp:spPr>
        <a:xfrm>
          <a:off x="3703630" y="466904"/>
          <a:ext cx="93132" cy="15134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3408"/>
              </a:lnTo>
              <a:lnTo>
                <a:pt x="93132" y="151340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104963-EF40-437B-B68C-4080EAC57535}">
      <dsp:nvSpPr>
        <dsp:cNvPr id="0" name=""/>
        <dsp:cNvSpPr/>
      </dsp:nvSpPr>
      <dsp:spPr>
        <a:xfrm>
          <a:off x="3796763" y="1747481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Armarios o taquillas</a:t>
          </a:r>
        </a:p>
      </dsp:txBody>
      <dsp:txXfrm>
        <a:off x="3810402" y="1761120"/>
        <a:ext cx="717784" cy="438386"/>
      </dsp:txXfrm>
    </dsp:sp>
    <dsp:sp modelId="{C2770CE7-0C5B-4AA8-9727-77BB8C4632DE}">
      <dsp:nvSpPr>
        <dsp:cNvPr id="0" name=""/>
        <dsp:cNvSpPr/>
      </dsp:nvSpPr>
      <dsp:spPr>
        <a:xfrm>
          <a:off x="3703630" y="466904"/>
          <a:ext cx="93132" cy="20954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5489"/>
              </a:lnTo>
              <a:lnTo>
                <a:pt x="93132" y="209548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CE6446-1C94-4994-9698-BDCD8ECC2E24}">
      <dsp:nvSpPr>
        <dsp:cNvPr id="0" name=""/>
        <dsp:cNvSpPr/>
      </dsp:nvSpPr>
      <dsp:spPr>
        <a:xfrm>
          <a:off x="3796763" y="2329562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Sillas, mesas</a:t>
          </a:r>
        </a:p>
      </dsp:txBody>
      <dsp:txXfrm>
        <a:off x="3810402" y="2343201"/>
        <a:ext cx="717784" cy="438386"/>
      </dsp:txXfrm>
    </dsp:sp>
    <dsp:sp modelId="{D07F4E21-A1A2-4AA4-B5ED-8C18F78A14EA}">
      <dsp:nvSpPr>
        <dsp:cNvPr id="0" name=""/>
        <dsp:cNvSpPr/>
      </dsp:nvSpPr>
      <dsp:spPr>
        <a:xfrm>
          <a:off x="3703630" y="466904"/>
          <a:ext cx="93132" cy="26775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77569"/>
              </a:lnTo>
              <a:lnTo>
                <a:pt x="93132" y="267756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BA13C8-1742-40DF-BC2F-068931E9541C}">
      <dsp:nvSpPr>
        <dsp:cNvPr id="0" name=""/>
        <dsp:cNvSpPr/>
      </dsp:nvSpPr>
      <dsp:spPr>
        <a:xfrm>
          <a:off x="3796763" y="2911642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Paneles u otros soportes para información</a:t>
          </a:r>
        </a:p>
      </dsp:txBody>
      <dsp:txXfrm>
        <a:off x="3810402" y="2925281"/>
        <a:ext cx="717784" cy="438386"/>
      </dsp:txXfrm>
    </dsp:sp>
    <dsp:sp modelId="{EF359080-FB8B-45F5-981E-FB489DA29E5D}">
      <dsp:nvSpPr>
        <dsp:cNvPr id="0" name=""/>
        <dsp:cNvSpPr/>
      </dsp:nvSpPr>
      <dsp:spPr>
        <a:xfrm>
          <a:off x="4774658" y="1240"/>
          <a:ext cx="931328" cy="46566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INFORMACIÓN</a:t>
          </a:r>
          <a:endParaRPr lang="es-ES" sz="1100" b="0" i="0" u="none" kern="1200" dirty="0"/>
        </a:p>
      </dsp:txBody>
      <dsp:txXfrm>
        <a:off x="4788297" y="14879"/>
        <a:ext cx="904050" cy="438386"/>
      </dsp:txXfrm>
    </dsp:sp>
    <dsp:sp modelId="{54D2C1FF-9D9F-4561-8A47-44E0C2BDB43F}">
      <dsp:nvSpPr>
        <dsp:cNvPr id="0" name=""/>
        <dsp:cNvSpPr/>
      </dsp:nvSpPr>
      <dsp:spPr>
        <a:xfrm>
          <a:off x="4867791" y="466904"/>
          <a:ext cx="93132" cy="3492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9248"/>
              </a:lnTo>
              <a:lnTo>
                <a:pt x="93132" y="34924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1BEA9A-202C-480D-B56B-0541C6EFDBD0}">
      <dsp:nvSpPr>
        <dsp:cNvPr id="0" name=""/>
        <dsp:cNvSpPr/>
      </dsp:nvSpPr>
      <dsp:spPr>
        <a:xfrm>
          <a:off x="4960924" y="583320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Planos, instrucciones, boletines de trabajo.</a:t>
          </a:r>
          <a:endParaRPr lang="es-ES" sz="700" kern="1200" dirty="0"/>
        </a:p>
      </dsp:txBody>
      <dsp:txXfrm>
        <a:off x="4974563" y="596959"/>
        <a:ext cx="717784" cy="438386"/>
      </dsp:txXfrm>
    </dsp:sp>
    <dsp:sp modelId="{43695481-3402-474F-B460-BFC631EA3F8F}">
      <dsp:nvSpPr>
        <dsp:cNvPr id="0" name=""/>
        <dsp:cNvSpPr/>
      </dsp:nvSpPr>
      <dsp:spPr>
        <a:xfrm>
          <a:off x="4867791" y="466904"/>
          <a:ext cx="93132" cy="9313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1328"/>
              </a:lnTo>
              <a:lnTo>
                <a:pt x="93132" y="93132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BE9D96-76FB-408B-B3CA-8E3F6CAF6B4B}">
      <dsp:nvSpPr>
        <dsp:cNvPr id="0" name=""/>
        <dsp:cNvSpPr/>
      </dsp:nvSpPr>
      <dsp:spPr>
        <a:xfrm>
          <a:off x="4960924" y="1165401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Posters u otra información divulgativa.</a:t>
          </a:r>
          <a:endParaRPr lang="es-ES" sz="700" kern="1200" dirty="0"/>
        </a:p>
      </dsp:txBody>
      <dsp:txXfrm>
        <a:off x="4974563" y="1179040"/>
        <a:ext cx="717784" cy="438386"/>
      </dsp:txXfrm>
    </dsp:sp>
    <dsp:sp modelId="{6DA6E3BF-0069-414B-B306-9C249EBCA608}">
      <dsp:nvSpPr>
        <dsp:cNvPr id="0" name=""/>
        <dsp:cNvSpPr/>
      </dsp:nvSpPr>
      <dsp:spPr>
        <a:xfrm>
          <a:off x="4867791" y="466904"/>
          <a:ext cx="93132" cy="15134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3408"/>
              </a:lnTo>
              <a:lnTo>
                <a:pt x="93132" y="151340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C85DA5-4FC3-438A-AE48-7294E2B3D279}">
      <dsp:nvSpPr>
        <dsp:cNvPr id="0" name=""/>
        <dsp:cNvSpPr/>
      </dsp:nvSpPr>
      <dsp:spPr>
        <a:xfrm>
          <a:off x="4960924" y="1747481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Información referente a indicadores.</a:t>
          </a:r>
          <a:endParaRPr lang="es-ES" sz="700" kern="1200" dirty="0"/>
        </a:p>
      </dsp:txBody>
      <dsp:txXfrm>
        <a:off x="4974563" y="1761120"/>
        <a:ext cx="717784" cy="438386"/>
      </dsp:txXfrm>
    </dsp:sp>
    <dsp:sp modelId="{EB48E595-7BFF-4D05-A722-0846A9E0E16F}">
      <dsp:nvSpPr>
        <dsp:cNvPr id="0" name=""/>
        <dsp:cNvSpPr/>
      </dsp:nvSpPr>
      <dsp:spPr>
        <a:xfrm>
          <a:off x="4867791" y="466904"/>
          <a:ext cx="93132" cy="20954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5489"/>
              </a:lnTo>
              <a:lnTo>
                <a:pt x="93132" y="209548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926AD3-B434-4FA1-ACC1-534E86C9671C}">
      <dsp:nvSpPr>
        <dsp:cNvPr id="0" name=""/>
        <dsp:cNvSpPr/>
      </dsp:nvSpPr>
      <dsp:spPr>
        <a:xfrm>
          <a:off x="4960924" y="2329562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Carpetas o bandejas con documentación.</a:t>
          </a:r>
          <a:endParaRPr lang="es-ES" sz="700" kern="1200" dirty="0"/>
        </a:p>
      </dsp:txBody>
      <dsp:txXfrm>
        <a:off x="4974563" y="2343201"/>
        <a:ext cx="717784" cy="438386"/>
      </dsp:txXfrm>
    </dsp:sp>
    <dsp:sp modelId="{6B1D71F0-3D3D-4F73-AD90-61DA2DB4C5CC}">
      <dsp:nvSpPr>
        <dsp:cNvPr id="0" name=""/>
        <dsp:cNvSpPr/>
      </dsp:nvSpPr>
      <dsp:spPr>
        <a:xfrm>
          <a:off x="4867791" y="466904"/>
          <a:ext cx="93132" cy="26775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77569"/>
              </a:lnTo>
              <a:lnTo>
                <a:pt x="93132" y="267756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4862F4-7685-404B-8389-73F4C7E81D69}">
      <dsp:nvSpPr>
        <dsp:cNvPr id="0" name=""/>
        <dsp:cNvSpPr/>
      </dsp:nvSpPr>
      <dsp:spPr>
        <a:xfrm>
          <a:off x="4960924" y="2911642"/>
          <a:ext cx="745062" cy="46566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0" i="0" u="none" kern="1200" dirty="0"/>
            <a:t>Información de seguridad. </a:t>
          </a:r>
          <a:endParaRPr lang="es-ES" sz="700" kern="1200" dirty="0"/>
        </a:p>
      </dsp:txBody>
      <dsp:txXfrm>
        <a:off x="4974563" y="2925281"/>
        <a:ext cx="717784" cy="4383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058" cy="497266"/>
          </a:xfrm>
          <a:prstGeom prst="rect">
            <a:avLst/>
          </a:prstGeom>
        </p:spPr>
        <p:txBody>
          <a:bodyPr vert="horz" lIns="62975" tIns="31487" rIns="62975" bIns="31487" rtlCol="0"/>
          <a:lstStyle>
            <a:lvl1pPr algn="l">
              <a:defRPr sz="8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530" y="0"/>
            <a:ext cx="2946058" cy="497266"/>
          </a:xfrm>
          <a:prstGeom prst="rect">
            <a:avLst/>
          </a:prstGeom>
        </p:spPr>
        <p:txBody>
          <a:bodyPr vert="horz" lIns="62975" tIns="31487" rIns="62975" bIns="31487" rtlCol="0"/>
          <a:lstStyle>
            <a:lvl1pPr algn="r">
              <a:defRPr sz="800"/>
            </a:lvl1pPr>
          </a:lstStyle>
          <a:p>
            <a:fld id="{F2DC4ACA-FBCA-40CB-8F08-0EEFA2B0FA4B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697038" y="1239838"/>
            <a:ext cx="34036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62975" tIns="31487" rIns="62975" bIns="31487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442" y="4777256"/>
            <a:ext cx="5438792" cy="3908964"/>
          </a:xfrm>
          <a:prstGeom prst="rect">
            <a:avLst/>
          </a:prstGeom>
        </p:spPr>
        <p:txBody>
          <a:bodyPr vert="horz" lIns="62975" tIns="31487" rIns="62975" bIns="31487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9374"/>
            <a:ext cx="2946058" cy="497266"/>
          </a:xfrm>
          <a:prstGeom prst="rect">
            <a:avLst/>
          </a:prstGeom>
        </p:spPr>
        <p:txBody>
          <a:bodyPr vert="horz" lIns="62975" tIns="31487" rIns="62975" bIns="31487" rtlCol="0" anchor="b"/>
          <a:lstStyle>
            <a:lvl1pPr algn="l">
              <a:defRPr sz="8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530" y="9429374"/>
            <a:ext cx="2946058" cy="497266"/>
          </a:xfrm>
          <a:prstGeom prst="rect">
            <a:avLst/>
          </a:prstGeom>
        </p:spPr>
        <p:txBody>
          <a:bodyPr vert="horz" lIns="62975" tIns="31487" rIns="62975" bIns="31487" rtlCol="0" anchor="b"/>
          <a:lstStyle>
            <a:lvl1pPr algn="r">
              <a:defRPr sz="800"/>
            </a:lvl1pPr>
          </a:lstStyle>
          <a:p>
            <a:fld id="{1B33A821-379D-4C65-ACAC-B55EE54F506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0962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02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204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307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409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511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613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715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819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2971038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1409890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3424446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199025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4272044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2365566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3">
            <a:extLst>
              <a:ext uri="{FF2B5EF4-FFF2-40B4-BE49-F238E27FC236}">
                <a16:creationId xmlns:a16="http://schemas.microsoft.com/office/drawing/2014/main" id="{B452CBF4-2309-474E-B6FF-C71C0134ECF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47738" eaLnBrk="0" hangingPunct="0">
              <a:spcBef>
                <a:spcPct val="30000"/>
              </a:spcBef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s-ES" sz="1000"/>
              <a:t>Last edit: </a:t>
            </a:r>
          </a:p>
        </p:txBody>
      </p:sp>
      <p:sp>
        <p:nvSpPr>
          <p:cNvPr id="108547" name="Rectangle 7">
            <a:extLst>
              <a:ext uri="{FF2B5EF4-FFF2-40B4-BE49-F238E27FC236}">
                <a16:creationId xmlns:a16="http://schemas.microsoft.com/office/drawing/2014/main" id="{985369FE-EAB7-4427-96DD-CF99354A04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738" eaLnBrk="0" hangingPunct="0">
              <a:spcBef>
                <a:spcPct val="30000"/>
              </a:spcBef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A7C74AA-EF0B-427E-9097-DBFE4EB3DBCD}" type="slidenum">
              <a:rPr lang="en-GB" altLang="es-ES" sz="1000"/>
              <a:pPr eaLnBrk="1" hangingPunct="1">
                <a:spcBef>
                  <a:spcPct val="0"/>
                </a:spcBef>
              </a:pPr>
              <a:t>9</a:t>
            </a:fld>
            <a:endParaRPr lang="en-GB" altLang="es-ES" sz="1000"/>
          </a:p>
        </p:txBody>
      </p:sp>
      <p:sp>
        <p:nvSpPr>
          <p:cNvPr id="108548" name="Rectangle 2">
            <a:extLst>
              <a:ext uri="{FF2B5EF4-FFF2-40B4-BE49-F238E27FC236}">
                <a16:creationId xmlns:a16="http://schemas.microsoft.com/office/drawing/2014/main" id="{15B25800-AE57-44B3-A7E1-7CA5015E90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08549" name="Rectangle 3">
            <a:extLst>
              <a:ext uri="{FF2B5EF4-FFF2-40B4-BE49-F238E27FC236}">
                <a16:creationId xmlns:a16="http://schemas.microsoft.com/office/drawing/2014/main" id="{8965CE31-2111-4A11-A92F-DF7706600F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altLang="es-ES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076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3">
            <a:extLst>
              <a:ext uri="{FF2B5EF4-FFF2-40B4-BE49-F238E27FC236}">
                <a16:creationId xmlns:a16="http://schemas.microsoft.com/office/drawing/2014/main" id="{62D02FF7-587A-4BCE-AEE5-9BFBAE4552B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47738" eaLnBrk="0" hangingPunct="0">
              <a:spcBef>
                <a:spcPct val="30000"/>
              </a:spcBef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s-ES" sz="1000"/>
              <a:t>Last edit: </a:t>
            </a:r>
          </a:p>
        </p:txBody>
      </p:sp>
      <p:sp>
        <p:nvSpPr>
          <p:cNvPr id="111619" name="Rectangle 7">
            <a:extLst>
              <a:ext uri="{FF2B5EF4-FFF2-40B4-BE49-F238E27FC236}">
                <a16:creationId xmlns:a16="http://schemas.microsoft.com/office/drawing/2014/main" id="{66603B65-340D-47E2-BFC4-8DED2A28A2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738" eaLnBrk="0" hangingPunct="0">
              <a:spcBef>
                <a:spcPct val="30000"/>
              </a:spcBef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77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D6E8BC7-FEEE-4153-9ECE-AD9DDCED5180}" type="slidenum">
              <a:rPr lang="en-GB" altLang="es-ES" sz="1000"/>
              <a:pPr eaLnBrk="1" hangingPunct="1">
                <a:spcBef>
                  <a:spcPct val="0"/>
                </a:spcBef>
              </a:pPr>
              <a:t>10</a:t>
            </a:fld>
            <a:endParaRPr lang="en-GB" altLang="es-ES" sz="1000"/>
          </a:p>
        </p:txBody>
      </p:sp>
      <p:sp>
        <p:nvSpPr>
          <p:cNvPr id="111620" name="Rectangle 2">
            <a:extLst>
              <a:ext uri="{FF2B5EF4-FFF2-40B4-BE49-F238E27FC236}">
                <a16:creationId xmlns:a16="http://schemas.microsoft.com/office/drawing/2014/main" id="{368DFE3E-635F-4476-AA49-272B7751C3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11621" name="Rectangle 3">
            <a:extLst>
              <a:ext uri="{FF2B5EF4-FFF2-40B4-BE49-F238E27FC236}">
                <a16:creationId xmlns:a16="http://schemas.microsoft.com/office/drawing/2014/main" id="{4EB08413-6BE6-4C12-9D7D-6F78164BE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altLang="es-ES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555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24418648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17486552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9767994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22747122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EC69D05-45D0-4EF0-A1AF-B5719CF80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833" y="3186668"/>
            <a:ext cx="2740594" cy="295614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250" tIns="31624" rIns="63250" bIns="31624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0"/>
              </a:spcBef>
            </a:pPr>
            <a:endParaRPr lang="es-ES" altLang="es-ES" sz="130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D76116E-A204-4C94-88E4-2455CF6A22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3D192416-0746-49A9-8152-8E68220190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1826" y="3243750"/>
            <a:ext cx="3411339" cy="307030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418" tIns="32208" rIns="64418" bIns="32208"/>
          <a:lstStyle/>
          <a:p>
            <a:r>
              <a:rPr lang="en-US" altLang="en-US">
                <a:latin typeface="Arial" panose="020B0604020202020204" pitchFamily="34" charset="0"/>
              </a:rPr>
              <a:t>For items that we have not used in over a week, we should ask ourselves, “When will it be used or will it ever?” Options for these items include disposal or storing in a different location (such as a part crib).</a:t>
            </a:r>
          </a:p>
          <a:p>
            <a:r>
              <a:rPr lang="en-US" altLang="en-US">
                <a:latin typeface="Arial" panose="020B0604020202020204" pitchFamily="34" charset="0"/>
              </a:rPr>
              <a:t>It is our goal to create a clean environment and put systems in place to keep it that way. </a:t>
            </a:r>
            <a:r>
              <a:rPr lang="en-US" altLang="en-US" b="1">
                <a:latin typeface="Arial" panose="020B0604020202020204" pitchFamily="34" charset="0"/>
              </a:rPr>
              <a:t>Remember, sorting should be a process that we do everyday, not just when we have company coming.</a:t>
            </a:r>
          </a:p>
          <a:p>
            <a:r>
              <a:rPr lang="en-US" altLang="en-US">
                <a:latin typeface="Arial" panose="020B0604020202020204" pitchFamily="34" charset="0"/>
              </a:rPr>
              <a:t>That is what the 5S program is all about, developing the skills and discipline that will enable us to have a world class facility, that is a showcase for our customer.</a:t>
            </a:r>
          </a:p>
          <a:p>
            <a:r>
              <a:rPr lang="en-US" altLang="en-US">
                <a:latin typeface="Arial" panose="020B0604020202020204" pitchFamily="34" charset="0"/>
              </a:rPr>
              <a:t>Remember to take pictures, and don’t forget about all the nooks and crannies. These will be posted on the 5S Activity Board.</a:t>
            </a:r>
          </a:p>
          <a:p>
            <a:r>
              <a:rPr lang="en-US" altLang="en-US">
                <a:latin typeface="Arial" panose="020B0604020202020204" pitchFamily="34" charset="0"/>
              </a:rPr>
              <a:t>Have the team work on developing specific sorting criteria for their areas. Review the criteria to ensure consistency.</a:t>
            </a:r>
          </a:p>
        </p:txBody>
      </p:sp>
      <p:sp>
        <p:nvSpPr>
          <p:cNvPr id="24581" name="4 Marcador de pie de página">
            <a:extLst>
              <a:ext uri="{FF2B5EF4-FFF2-40B4-BE49-F238E27FC236}">
                <a16:creationId xmlns:a16="http://schemas.microsoft.com/office/drawing/2014/main" id="{45D2B448-F6EE-46DF-806D-40FF3566BD5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40925725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86E1749-584B-4B85-A360-1ED1546A21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7AA89E0-33DE-4700-9D3E-6377DD0EF9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At this point, the team leader will hand out our “Red Tags.” The tags are to be attached to all unneeded and/or out-of-place items. Write the specific reason for red tagging, sign and date each tag. Remove and store red tagged items in a temporary holding area. Category will be filled-in later in the holding area.</a:t>
            </a:r>
          </a:p>
          <a:p>
            <a:r>
              <a:rPr lang="en-US" altLang="es-ES">
                <a:latin typeface="Arial" panose="020B0604020202020204" pitchFamily="34" charset="0"/>
              </a:rPr>
              <a:t>Determine ways to improve the workplace so that unnecessary items to not accumulate.</a:t>
            </a:r>
          </a:p>
        </p:txBody>
      </p:sp>
      <p:sp>
        <p:nvSpPr>
          <p:cNvPr id="26628" name="3 Marcador de pie de página">
            <a:extLst>
              <a:ext uri="{FF2B5EF4-FFF2-40B4-BE49-F238E27FC236}">
                <a16:creationId xmlns:a16="http://schemas.microsoft.com/office/drawing/2014/main" id="{A814C1FE-ADBE-4CBB-B81A-9ADEEE74CC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3828462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34082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58387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95829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64917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96666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87394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91277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65579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39389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1273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72843"/>
            <a:ext cx="7772400" cy="313317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726844"/>
            <a:ext cx="6858000" cy="21728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51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151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243640"/>
            <a:ext cx="7886700" cy="374355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6022619"/>
            <a:ext cx="7886700" cy="19686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908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395714"/>
            <a:ext cx="3886200" cy="57101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395714"/>
            <a:ext cx="3886200" cy="57101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3726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79149"/>
            <a:ext cx="7886700" cy="173949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3" y="2206142"/>
            <a:ext cx="3868340" cy="10811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3" y="3287331"/>
            <a:ext cx="3868340" cy="483516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5" y="2206142"/>
            <a:ext cx="3887391" cy="10811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5" y="3287331"/>
            <a:ext cx="3887391" cy="483516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5390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6429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497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99969"/>
            <a:ext cx="2949178" cy="209989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295775"/>
            <a:ext cx="4629150" cy="639550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699861"/>
            <a:ext cx="2949178" cy="500183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091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99969"/>
            <a:ext cx="2949178" cy="209989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295775"/>
            <a:ext cx="4629150" cy="639550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699861"/>
            <a:ext cx="2949178" cy="500183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9700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609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79139"/>
            <a:ext cx="1971675" cy="762669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4" y="479139"/>
            <a:ext cx="5800725" cy="762669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986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79149"/>
            <a:ext cx="7886700" cy="17394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395714"/>
            <a:ext cx="7886700" cy="5710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341250"/>
            <a:ext cx="2057400" cy="479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341250"/>
            <a:ext cx="3086100" cy="479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341250"/>
            <a:ext cx="2057400" cy="479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3435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26" Type="http://schemas.openxmlformats.org/officeDocument/2006/relationships/image" Target="../media/image27.svg"/><Relationship Id="rId3" Type="http://schemas.openxmlformats.org/officeDocument/2006/relationships/image" Target="../media/image4.png"/><Relationship Id="rId21" Type="http://schemas.openxmlformats.org/officeDocument/2006/relationships/image" Target="../media/image22.sv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24" Type="http://schemas.openxmlformats.org/officeDocument/2006/relationships/image" Target="../media/image25.svg"/><Relationship Id="rId32" Type="http://schemas.openxmlformats.org/officeDocument/2006/relationships/image" Target="../media/image2.png"/><Relationship Id="rId5" Type="http://schemas.openxmlformats.org/officeDocument/2006/relationships/image" Target="../media/image6.png"/><Relationship Id="rId15" Type="http://schemas.openxmlformats.org/officeDocument/2006/relationships/image" Target="../media/image16.svg"/><Relationship Id="rId23" Type="http://schemas.openxmlformats.org/officeDocument/2006/relationships/image" Target="../media/image24.png"/><Relationship Id="rId28" Type="http://schemas.openxmlformats.org/officeDocument/2006/relationships/image" Target="../media/image29.sv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1.jp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3.svg"/><Relationship Id="rId7" Type="http://schemas.openxmlformats.org/officeDocument/2006/relationships/image" Target="../media/image1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13" Type="http://schemas.openxmlformats.org/officeDocument/2006/relationships/image" Target="../media/image44.png"/><Relationship Id="rId18" Type="http://schemas.openxmlformats.org/officeDocument/2006/relationships/image" Target="../media/image49.svg"/><Relationship Id="rId3" Type="http://schemas.openxmlformats.org/officeDocument/2006/relationships/image" Target="../media/image36.png"/><Relationship Id="rId21" Type="http://schemas.openxmlformats.org/officeDocument/2006/relationships/image" Target="../media/image2.png"/><Relationship Id="rId7" Type="http://schemas.openxmlformats.org/officeDocument/2006/relationships/image" Target="../media/image40.png"/><Relationship Id="rId12" Type="http://schemas.openxmlformats.org/officeDocument/2006/relationships/image" Target="../media/image43.sv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7.svg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svg"/><Relationship Id="rId11" Type="http://schemas.openxmlformats.org/officeDocument/2006/relationships/image" Target="../media/image42.png"/><Relationship Id="rId5" Type="http://schemas.openxmlformats.org/officeDocument/2006/relationships/image" Target="../media/image38.png"/><Relationship Id="rId15" Type="http://schemas.openxmlformats.org/officeDocument/2006/relationships/image" Target="../media/image46.png"/><Relationship Id="rId10" Type="http://schemas.openxmlformats.org/officeDocument/2006/relationships/image" Target="../media/image25.svg"/><Relationship Id="rId19" Type="http://schemas.openxmlformats.org/officeDocument/2006/relationships/image" Target="../media/image3.png"/><Relationship Id="rId4" Type="http://schemas.openxmlformats.org/officeDocument/2006/relationships/image" Target="../media/image37.svg"/><Relationship Id="rId9" Type="http://schemas.openxmlformats.org/officeDocument/2006/relationships/image" Target="../media/image24.png"/><Relationship Id="rId14" Type="http://schemas.openxmlformats.org/officeDocument/2006/relationships/image" Target="../media/image4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eg"/><Relationship Id="rId13" Type="http://schemas.openxmlformats.org/officeDocument/2006/relationships/image" Target="../media/image1.jpg"/><Relationship Id="rId3" Type="http://schemas.openxmlformats.org/officeDocument/2006/relationships/image" Target="../media/image50.jpeg"/><Relationship Id="rId7" Type="http://schemas.openxmlformats.org/officeDocument/2006/relationships/image" Target="../media/image53.jpeg"/><Relationship Id="rId12" Type="http://schemas.openxmlformats.org/officeDocument/2006/relationships/image" Target="../media/image5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eg"/><Relationship Id="rId11" Type="http://schemas.openxmlformats.org/officeDocument/2006/relationships/image" Target="../media/image57.jpeg"/><Relationship Id="rId5" Type="http://schemas.openxmlformats.org/officeDocument/2006/relationships/image" Target="../media/image3.png"/><Relationship Id="rId10" Type="http://schemas.openxmlformats.org/officeDocument/2006/relationships/image" Target="../media/image56.jpeg"/><Relationship Id="rId4" Type="http://schemas.openxmlformats.org/officeDocument/2006/relationships/image" Target="../media/image51.jpeg"/><Relationship Id="rId9" Type="http://schemas.openxmlformats.org/officeDocument/2006/relationships/image" Target="../media/image55.jpeg"/><Relationship Id="rId1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eg"/><Relationship Id="rId3" Type="http://schemas.openxmlformats.org/officeDocument/2006/relationships/image" Target="../media/image59.jpeg"/><Relationship Id="rId7" Type="http://schemas.openxmlformats.org/officeDocument/2006/relationships/image" Target="../media/image6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jpeg"/><Relationship Id="rId5" Type="http://schemas.openxmlformats.org/officeDocument/2006/relationships/image" Target="../media/image3.png"/><Relationship Id="rId10" Type="http://schemas.openxmlformats.org/officeDocument/2006/relationships/image" Target="../media/image2.png"/><Relationship Id="rId4" Type="http://schemas.openxmlformats.org/officeDocument/2006/relationships/image" Target="../media/image60.jpeg"/><Relationship Id="rId9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jpg"/><Relationship Id="rId5" Type="http://schemas.openxmlformats.org/officeDocument/2006/relationships/image" Target="../media/image3.png"/><Relationship Id="rId4" Type="http://schemas.openxmlformats.org/officeDocument/2006/relationships/image" Target="../media/image6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svg"/><Relationship Id="rId3" Type="http://schemas.openxmlformats.org/officeDocument/2006/relationships/image" Target="../media/image3.png"/><Relationship Id="rId7" Type="http://schemas.openxmlformats.org/officeDocument/2006/relationships/image" Target="../media/image72.svg"/><Relationship Id="rId12" Type="http://schemas.openxmlformats.org/officeDocument/2006/relationships/image" Target="../media/image7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media/image76.svg"/><Relationship Id="rId5" Type="http://schemas.openxmlformats.org/officeDocument/2006/relationships/image" Target="../media/image70.sv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svg"/><Relationship Id="rId1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84.svg"/><Relationship Id="rId18" Type="http://schemas.openxmlformats.org/officeDocument/2006/relationships/image" Target="../media/image69.png"/><Relationship Id="rId26" Type="http://schemas.openxmlformats.org/officeDocument/2006/relationships/image" Target="../media/image36.png"/><Relationship Id="rId39" Type="http://schemas.openxmlformats.org/officeDocument/2006/relationships/image" Target="../media/image49.svg"/><Relationship Id="rId3" Type="http://schemas.openxmlformats.org/officeDocument/2006/relationships/image" Target="../media/image79.png"/><Relationship Id="rId21" Type="http://schemas.openxmlformats.org/officeDocument/2006/relationships/image" Target="../media/image72.svg"/><Relationship Id="rId34" Type="http://schemas.openxmlformats.org/officeDocument/2006/relationships/image" Target="../media/image44.png"/><Relationship Id="rId42" Type="http://schemas.openxmlformats.org/officeDocument/2006/relationships/image" Target="../media/image1.jpg"/><Relationship Id="rId7" Type="http://schemas.openxmlformats.org/officeDocument/2006/relationships/image" Target="../media/image10.png"/><Relationship Id="rId12" Type="http://schemas.openxmlformats.org/officeDocument/2006/relationships/image" Target="../media/image83.png"/><Relationship Id="rId17" Type="http://schemas.openxmlformats.org/officeDocument/2006/relationships/image" Target="../media/image87.svg"/><Relationship Id="rId25" Type="http://schemas.openxmlformats.org/officeDocument/2006/relationships/image" Target="../media/image76.svg"/><Relationship Id="rId33" Type="http://schemas.openxmlformats.org/officeDocument/2006/relationships/image" Target="../media/image43.svg"/><Relationship Id="rId38" Type="http://schemas.openxmlformats.org/officeDocument/2006/relationships/image" Target="../media/image48.png"/><Relationship Id="rId46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86.png"/><Relationship Id="rId20" Type="http://schemas.openxmlformats.org/officeDocument/2006/relationships/image" Target="../media/image71.png"/><Relationship Id="rId29" Type="http://schemas.openxmlformats.org/officeDocument/2006/relationships/image" Target="../media/image39.svg"/><Relationship Id="rId41" Type="http://schemas.openxmlformats.org/officeDocument/2006/relationships/image" Target="../media/image8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svg"/><Relationship Id="rId11" Type="http://schemas.openxmlformats.org/officeDocument/2006/relationships/image" Target="../media/image27.svg"/><Relationship Id="rId24" Type="http://schemas.openxmlformats.org/officeDocument/2006/relationships/image" Target="../media/image75.png"/><Relationship Id="rId32" Type="http://schemas.openxmlformats.org/officeDocument/2006/relationships/image" Target="../media/image42.png"/><Relationship Id="rId37" Type="http://schemas.openxmlformats.org/officeDocument/2006/relationships/image" Target="../media/image47.svg"/><Relationship Id="rId40" Type="http://schemas.openxmlformats.org/officeDocument/2006/relationships/image" Target="../media/image88.png"/><Relationship Id="rId45" Type="http://schemas.openxmlformats.org/officeDocument/2006/relationships/image" Target="../media/image78.svg"/><Relationship Id="rId5" Type="http://schemas.openxmlformats.org/officeDocument/2006/relationships/image" Target="../media/image81.png"/><Relationship Id="rId15" Type="http://schemas.openxmlformats.org/officeDocument/2006/relationships/image" Target="../media/image85.svg"/><Relationship Id="rId23" Type="http://schemas.openxmlformats.org/officeDocument/2006/relationships/image" Target="../media/image74.svg"/><Relationship Id="rId28" Type="http://schemas.openxmlformats.org/officeDocument/2006/relationships/image" Target="../media/image38.png"/><Relationship Id="rId36" Type="http://schemas.openxmlformats.org/officeDocument/2006/relationships/image" Target="../media/image46.png"/><Relationship Id="rId10" Type="http://schemas.openxmlformats.org/officeDocument/2006/relationships/image" Target="../media/image26.png"/><Relationship Id="rId19" Type="http://schemas.openxmlformats.org/officeDocument/2006/relationships/image" Target="../media/image70.svg"/><Relationship Id="rId31" Type="http://schemas.openxmlformats.org/officeDocument/2006/relationships/image" Target="../media/image41.svg"/><Relationship Id="rId44" Type="http://schemas.openxmlformats.org/officeDocument/2006/relationships/image" Target="../media/image77.png"/><Relationship Id="rId4" Type="http://schemas.openxmlformats.org/officeDocument/2006/relationships/image" Target="../media/image80.svg"/><Relationship Id="rId9" Type="http://schemas.openxmlformats.org/officeDocument/2006/relationships/image" Target="../media/image25.svg"/><Relationship Id="rId14" Type="http://schemas.openxmlformats.org/officeDocument/2006/relationships/image" Target="../media/image6.png"/><Relationship Id="rId22" Type="http://schemas.openxmlformats.org/officeDocument/2006/relationships/image" Target="../media/image73.png"/><Relationship Id="rId27" Type="http://schemas.openxmlformats.org/officeDocument/2006/relationships/image" Target="../media/image37.svg"/><Relationship Id="rId30" Type="http://schemas.openxmlformats.org/officeDocument/2006/relationships/image" Target="../media/image40.png"/><Relationship Id="rId35" Type="http://schemas.openxmlformats.org/officeDocument/2006/relationships/image" Target="../media/image45.svg"/><Relationship Id="rId43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13" Type="http://schemas.openxmlformats.org/officeDocument/2006/relationships/image" Target="../media/image94.png"/><Relationship Id="rId18" Type="http://schemas.openxmlformats.org/officeDocument/2006/relationships/image" Target="../media/image2.png"/><Relationship Id="rId3" Type="http://schemas.openxmlformats.org/officeDocument/2006/relationships/image" Target="../media/image90.png"/><Relationship Id="rId7" Type="http://schemas.openxmlformats.org/officeDocument/2006/relationships/image" Target="../media/image81.png"/><Relationship Id="rId12" Type="http://schemas.openxmlformats.org/officeDocument/2006/relationships/image" Target="../media/image93.svg"/><Relationship Id="rId17" Type="http://schemas.openxmlformats.org/officeDocument/2006/relationships/image" Target="../media/image67.sv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svg"/><Relationship Id="rId11" Type="http://schemas.openxmlformats.org/officeDocument/2006/relationships/image" Target="../media/image92.png"/><Relationship Id="rId5" Type="http://schemas.openxmlformats.org/officeDocument/2006/relationships/image" Target="../media/image79.png"/><Relationship Id="rId15" Type="http://schemas.openxmlformats.org/officeDocument/2006/relationships/image" Target="../media/image96.png"/><Relationship Id="rId10" Type="http://schemas.openxmlformats.org/officeDocument/2006/relationships/image" Target="../media/image3.png"/><Relationship Id="rId4" Type="http://schemas.openxmlformats.org/officeDocument/2006/relationships/image" Target="../media/image91.svg"/><Relationship Id="rId9" Type="http://schemas.openxmlformats.org/officeDocument/2006/relationships/image" Target="../media/image1.jpg"/><Relationship Id="rId14" Type="http://schemas.openxmlformats.org/officeDocument/2006/relationships/image" Target="../media/image9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upo 35">
            <a:extLst>
              <a:ext uri="{FF2B5EF4-FFF2-40B4-BE49-F238E27FC236}">
                <a16:creationId xmlns:a16="http://schemas.microsoft.com/office/drawing/2014/main" id="{5419527F-751A-4DA1-A7C7-6E0E7FBB8461}"/>
              </a:ext>
            </a:extLst>
          </p:cNvPr>
          <p:cNvGrpSpPr>
            <a:grpSpLocks noChangeAspect="1"/>
          </p:cNvGrpSpPr>
          <p:nvPr/>
        </p:nvGrpSpPr>
        <p:grpSpPr>
          <a:xfrm>
            <a:off x="1918429" y="1580015"/>
            <a:ext cx="5458144" cy="5966476"/>
            <a:chOff x="3551507" y="1122297"/>
            <a:chExt cx="3414218" cy="3732186"/>
          </a:xfrm>
        </p:grpSpPr>
        <p:grpSp>
          <p:nvGrpSpPr>
            <p:cNvPr id="181" name="Grupo 180">
              <a:extLst>
                <a:ext uri="{FF2B5EF4-FFF2-40B4-BE49-F238E27FC236}">
                  <a16:creationId xmlns:a16="http://schemas.microsoft.com/office/drawing/2014/main" id="{7ADFA269-7047-41B9-B982-BB79A9440D34}"/>
                </a:ext>
              </a:extLst>
            </p:cNvPr>
            <p:cNvGrpSpPr/>
            <p:nvPr/>
          </p:nvGrpSpPr>
          <p:grpSpPr>
            <a:xfrm>
              <a:off x="4076464" y="1907808"/>
              <a:ext cx="2307001" cy="2385711"/>
              <a:chOff x="4085989" y="2003058"/>
              <a:chExt cx="2307001" cy="2385711"/>
            </a:xfrm>
          </p:grpSpPr>
          <p:grpSp>
            <p:nvGrpSpPr>
              <p:cNvPr id="180" name="Grupo 179">
                <a:extLst>
                  <a:ext uri="{FF2B5EF4-FFF2-40B4-BE49-F238E27FC236}">
                    <a16:creationId xmlns:a16="http://schemas.microsoft.com/office/drawing/2014/main" id="{9C391096-616C-4742-911B-4461CD8B7C9C}"/>
                  </a:ext>
                </a:extLst>
              </p:cNvPr>
              <p:cNvGrpSpPr/>
              <p:nvPr/>
            </p:nvGrpSpPr>
            <p:grpSpPr>
              <a:xfrm rot="4317689">
                <a:off x="3827256" y="2814601"/>
                <a:ext cx="1693766" cy="1176299"/>
                <a:chOff x="3372049" y="3133790"/>
                <a:chExt cx="1706744" cy="1176299"/>
              </a:xfrm>
            </p:grpSpPr>
            <p:sp>
              <p:nvSpPr>
                <p:cNvPr id="83" name="Triángulo isósceles 82">
                  <a:extLst>
                    <a:ext uri="{FF2B5EF4-FFF2-40B4-BE49-F238E27FC236}">
                      <a16:creationId xmlns:a16="http://schemas.microsoft.com/office/drawing/2014/main" id="{1BD4EB69-6B49-4797-8967-8A7EF72CB4F1}"/>
                    </a:ext>
                  </a:extLst>
                </p:cNvPr>
                <p:cNvSpPr/>
                <p:nvPr/>
              </p:nvSpPr>
              <p:spPr>
                <a:xfrm>
                  <a:off x="3372049" y="3133790"/>
                  <a:ext cx="1706744" cy="1176299"/>
                </a:xfrm>
                <a:prstGeom prst="triangl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4" name="Elipse 83">
                  <a:extLst>
                    <a:ext uri="{FF2B5EF4-FFF2-40B4-BE49-F238E27FC236}">
                      <a16:creationId xmlns:a16="http://schemas.microsoft.com/office/drawing/2014/main" id="{B363FFC9-33DC-4BAA-AED1-23373F03EDCD}"/>
                    </a:ext>
                  </a:extLst>
                </p:cNvPr>
                <p:cNvSpPr/>
                <p:nvPr/>
              </p:nvSpPr>
              <p:spPr>
                <a:xfrm rot="17282311">
                  <a:off x="3953031" y="3686218"/>
                  <a:ext cx="538227" cy="538179"/>
                </a:xfrm>
                <a:prstGeom prst="ellipse">
                  <a:avLst/>
                </a:prstGeom>
                <a:solidFill>
                  <a:srgbClr val="FF3399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4800" dirty="0"/>
                    <a:t>4</a:t>
                  </a:r>
                </a:p>
              </p:txBody>
            </p:sp>
          </p:grpSp>
          <p:grpSp>
            <p:nvGrpSpPr>
              <p:cNvPr id="179" name="Grupo 178">
                <a:extLst>
                  <a:ext uri="{FF2B5EF4-FFF2-40B4-BE49-F238E27FC236}">
                    <a16:creationId xmlns:a16="http://schemas.microsoft.com/office/drawing/2014/main" id="{273057E9-75B2-48A8-9770-95C93C984DAE}"/>
                  </a:ext>
                </a:extLst>
              </p:cNvPr>
              <p:cNvGrpSpPr/>
              <p:nvPr/>
            </p:nvGrpSpPr>
            <p:grpSpPr>
              <a:xfrm>
                <a:off x="4376738" y="2544923"/>
                <a:ext cx="2016252" cy="1843846"/>
                <a:chOff x="4371976" y="2540335"/>
                <a:chExt cx="2016252" cy="1843846"/>
              </a:xfrm>
            </p:grpSpPr>
            <p:grpSp>
              <p:nvGrpSpPr>
                <p:cNvPr id="178" name="Grupo 177">
                  <a:extLst>
                    <a:ext uri="{FF2B5EF4-FFF2-40B4-BE49-F238E27FC236}">
                      <a16:creationId xmlns:a16="http://schemas.microsoft.com/office/drawing/2014/main" id="{1A5843F7-CE7F-4682-8F91-D1CA80A3FB68}"/>
                    </a:ext>
                  </a:extLst>
                </p:cNvPr>
                <p:cNvGrpSpPr/>
                <p:nvPr/>
              </p:nvGrpSpPr>
              <p:grpSpPr>
                <a:xfrm>
                  <a:off x="4371976" y="3207882"/>
                  <a:ext cx="1723344" cy="1176299"/>
                  <a:chOff x="4372027" y="3200577"/>
                  <a:chExt cx="1715872" cy="1189322"/>
                </a:xfrm>
              </p:grpSpPr>
              <p:sp>
                <p:nvSpPr>
                  <p:cNvPr id="177" name="Triángulo isósceles 176">
                    <a:extLst>
                      <a:ext uri="{FF2B5EF4-FFF2-40B4-BE49-F238E27FC236}">
                        <a16:creationId xmlns:a16="http://schemas.microsoft.com/office/drawing/2014/main" id="{2B454FAA-A6AB-43F2-862D-8BB2CD09C356}"/>
                      </a:ext>
                    </a:extLst>
                  </p:cNvPr>
                  <p:cNvSpPr/>
                  <p:nvPr/>
                </p:nvSpPr>
                <p:spPr>
                  <a:xfrm>
                    <a:off x="4372027" y="3200577"/>
                    <a:ext cx="1715872" cy="1189322"/>
                  </a:xfrm>
                  <a:prstGeom prst="triangl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55" name="Elipse 54">
                    <a:extLst>
                      <a:ext uri="{FF2B5EF4-FFF2-40B4-BE49-F238E27FC236}">
                        <a16:creationId xmlns:a16="http://schemas.microsoft.com/office/drawing/2014/main" id="{427DD135-08C3-4F1B-A525-52901046F755}"/>
                      </a:ext>
                    </a:extLst>
                  </p:cNvPr>
                  <p:cNvSpPr/>
                  <p:nvPr/>
                </p:nvSpPr>
                <p:spPr>
                  <a:xfrm>
                    <a:off x="4963485" y="3765769"/>
                    <a:ext cx="540000" cy="540000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ES" sz="4800" dirty="0"/>
                      <a:t>3</a:t>
                    </a:r>
                  </a:p>
                </p:txBody>
              </p:sp>
            </p:grpSp>
            <p:grpSp>
              <p:nvGrpSpPr>
                <p:cNvPr id="60" name="Grupo 59">
                  <a:extLst>
                    <a:ext uri="{FF2B5EF4-FFF2-40B4-BE49-F238E27FC236}">
                      <a16:creationId xmlns:a16="http://schemas.microsoft.com/office/drawing/2014/main" id="{3E7A9A44-56BD-4C25-BD62-3E58EF80908D}"/>
                    </a:ext>
                  </a:extLst>
                </p:cNvPr>
                <p:cNvGrpSpPr/>
                <p:nvPr/>
              </p:nvGrpSpPr>
              <p:grpSpPr>
                <a:xfrm rot="17263141">
                  <a:off x="4948532" y="2812117"/>
                  <a:ext cx="1711477" cy="1167914"/>
                  <a:chOff x="4391020" y="3221266"/>
                  <a:chExt cx="1704056" cy="1180844"/>
                </a:xfrm>
              </p:grpSpPr>
              <p:sp>
                <p:nvSpPr>
                  <p:cNvPr id="61" name="Triángulo isósceles 60">
                    <a:extLst>
                      <a:ext uri="{FF2B5EF4-FFF2-40B4-BE49-F238E27FC236}">
                        <a16:creationId xmlns:a16="http://schemas.microsoft.com/office/drawing/2014/main" id="{9E019693-B075-40DC-BBEF-241C842EA9E4}"/>
                      </a:ext>
                    </a:extLst>
                  </p:cNvPr>
                  <p:cNvSpPr/>
                  <p:nvPr/>
                </p:nvSpPr>
                <p:spPr>
                  <a:xfrm>
                    <a:off x="4391020" y="3221266"/>
                    <a:ext cx="1704056" cy="1180844"/>
                  </a:xfrm>
                  <a:prstGeom prst="triangl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2" name="Elipse 61">
                    <a:extLst>
                      <a:ext uri="{FF2B5EF4-FFF2-40B4-BE49-F238E27FC236}">
                        <a16:creationId xmlns:a16="http://schemas.microsoft.com/office/drawing/2014/main" id="{18B64407-5BD4-49B3-A4E9-43164526B952}"/>
                      </a:ext>
                    </a:extLst>
                  </p:cNvPr>
                  <p:cNvSpPr/>
                  <p:nvPr/>
                </p:nvSpPr>
                <p:spPr>
                  <a:xfrm rot="4336859">
                    <a:off x="4959307" y="3769884"/>
                    <a:ext cx="548356" cy="531771"/>
                  </a:xfrm>
                  <a:prstGeom prst="ellipse">
                    <a:avLst/>
                  </a:prstGeom>
                  <a:solidFill>
                    <a:schemeClr val="accent5"/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ES" sz="4800" dirty="0"/>
                      <a:t>2</a:t>
                    </a:r>
                  </a:p>
                </p:txBody>
              </p:sp>
            </p:grpSp>
          </p:grpSp>
          <p:grpSp>
            <p:nvGrpSpPr>
              <p:cNvPr id="73" name="Grupo 72">
                <a:extLst>
                  <a:ext uri="{FF2B5EF4-FFF2-40B4-BE49-F238E27FC236}">
                    <a16:creationId xmlns:a16="http://schemas.microsoft.com/office/drawing/2014/main" id="{C94BABAB-F43F-4F2C-9FD7-B74236964A9B}"/>
                  </a:ext>
                </a:extLst>
              </p:cNvPr>
              <p:cNvGrpSpPr/>
              <p:nvPr/>
            </p:nvGrpSpPr>
            <p:grpSpPr>
              <a:xfrm rot="12958865">
                <a:off x="4268758" y="2003058"/>
                <a:ext cx="1999048" cy="1851382"/>
                <a:chOff x="4381015" y="2543234"/>
                <a:chExt cx="1999048" cy="1851382"/>
              </a:xfrm>
            </p:grpSpPr>
            <p:grpSp>
              <p:nvGrpSpPr>
                <p:cNvPr id="74" name="Grupo 73">
                  <a:extLst>
                    <a:ext uri="{FF2B5EF4-FFF2-40B4-BE49-F238E27FC236}">
                      <a16:creationId xmlns:a16="http://schemas.microsoft.com/office/drawing/2014/main" id="{43748CAE-DE2C-478F-A5B9-A8117B3B08DB}"/>
                    </a:ext>
                  </a:extLst>
                </p:cNvPr>
                <p:cNvGrpSpPr/>
                <p:nvPr/>
              </p:nvGrpSpPr>
              <p:grpSpPr>
                <a:xfrm>
                  <a:off x="4381015" y="3218317"/>
                  <a:ext cx="1706744" cy="1176299"/>
                  <a:chOff x="4381027" y="3211128"/>
                  <a:chExt cx="1699344" cy="1189322"/>
                </a:xfrm>
              </p:grpSpPr>
              <p:sp>
                <p:nvSpPr>
                  <p:cNvPr id="78" name="Triángulo isósceles 77">
                    <a:extLst>
                      <a:ext uri="{FF2B5EF4-FFF2-40B4-BE49-F238E27FC236}">
                        <a16:creationId xmlns:a16="http://schemas.microsoft.com/office/drawing/2014/main" id="{BA81E658-3A24-4184-B78D-96E819E072C6}"/>
                      </a:ext>
                    </a:extLst>
                  </p:cNvPr>
                  <p:cNvSpPr/>
                  <p:nvPr/>
                </p:nvSpPr>
                <p:spPr>
                  <a:xfrm>
                    <a:off x="4381027" y="3211128"/>
                    <a:ext cx="1699344" cy="1189322"/>
                  </a:xfrm>
                  <a:prstGeom prst="triangl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79" name="Elipse 78">
                    <a:extLst>
                      <a:ext uri="{FF2B5EF4-FFF2-40B4-BE49-F238E27FC236}">
                        <a16:creationId xmlns:a16="http://schemas.microsoft.com/office/drawing/2014/main" id="{BCBE372E-4A68-493B-84E3-BC64406E2AC7}"/>
                      </a:ext>
                    </a:extLst>
                  </p:cNvPr>
                  <p:cNvSpPr/>
                  <p:nvPr/>
                </p:nvSpPr>
                <p:spPr>
                  <a:xfrm rot="8641135">
                    <a:off x="4963486" y="3765769"/>
                    <a:ext cx="540000" cy="540000"/>
                  </a:xfrm>
                  <a:prstGeom prst="ellipse">
                    <a:avLst/>
                  </a:prstGeom>
                  <a:solidFill>
                    <a:schemeClr val="bg2"/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ES" sz="4800" dirty="0"/>
                      <a:t>1</a:t>
                    </a:r>
                  </a:p>
                </p:txBody>
              </p:sp>
            </p:grpSp>
            <p:grpSp>
              <p:nvGrpSpPr>
                <p:cNvPr id="75" name="Grupo 74">
                  <a:extLst>
                    <a:ext uri="{FF2B5EF4-FFF2-40B4-BE49-F238E27FC236}">
                      <a16:creationId xmlns:a16="http://schemas.microsoft.com/office/drawing/2014/main" id="{A260E830-772F-4CEF-9AA7-175E5C0564F4}"/>
                    </a:ext>
                  </a:extLst>
                </p:cNvPr>
                <p:cNvGrpSpPr/>
                <p:nvPr/>
              </p:nvGrpSpPr>
              <p:grpSpPr>
                <a:xfrm rot="17263141">
                  <a:off x="4936804" y="2811453"/>
                  <a:ext cx="1711477" cy="1175040"/>
                  <a:chOff x="4384717" y="3207262"/>
                  <a:chExt cx="1704056" cy="1188049"/>
                </a:xfrm>
              </p:grpSpPr>
              <p:sp>
                <p:nvSpPr>
                  <p:cNvPr id="76" name="Triángulo isósceles 75">
                    <a:extLst>
                      <a:ext uri="{FF2B5EF4-FFF2-40B4-BE49-F238E27FC236}">
                        <a16:creationId xmlns:a16="http://schemas.microsoft.com/office/drawing/2014/main" id="{D406979F-5934-48DA-9F09-BB9E0FAA4B89}"/>
                      </a:ext>
                    </a:extLst>
                  </p:cNvPr>
                  <p:cNvSpPr/>
                  <p:nvPr/>
                </p:nvSpPr>
                <p:spPr>
                  <a:xfrm>
                    <a:off x="4384717" y="3207262"/>
                    <a:ext cx="1704056" cy="1188049"/>
                  </a:xfrm>
                  <a:prstGeom prst="triangl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77" name="Elipse 76">
                    <a:extLst>
                      <a:ext uri="{FF2B5EF4-FFF2-40B4-BE49-F238E27FC236}">
                        <a16:creationId xmlns:a16="http://schemas.microsoft.com/office/drawing/2014/main" id="{E478D240-9A0E-4679-83E1-E0C7B6D2BECC}"/>
                      </a:ext>
                    </a:extLst>
                  </p:cNvPr>
                  <p:cNvSpPr/>
                  <p:nvPr/>
                </p:nvSpPr>
                <p:spPr>
                  <a:xfrm rot="12977994">
                    <a:off x="4963485" y="3765769"/>
                    <a:ext cx="540000" cy="540000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ES" sz="4800" dirty="0"/>
                      <a:t>5</a:t>
                    </a:r>
                  </a:p>
                </p:txBody>
              </p:sp>
            </p:grpSp>
          </p:grpSp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F9043ECF-1CB0-4CBD-A2F9-2543DA3C4DBE}"/>
                  </a:ext>
                </a:extLst>
              </p:cNvPr>
              <p:cNvSpPr/>
              <p:nvPr/>
            </p:nvSpPr>
            <p:spPr>
              <a:xfrm>
                <a:off x="4774837" y="2740716"/>
                <a:ext cx="936000" cy="936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" sz="6600" b="1" dirty="0"/>
                  <a:t>5S</a:t>
                </a:r>
              </a:p>
            </p:txBody>
          </p:sp>
        </p:grpSp>
        <p:grpSp>
          <p:nvGrpSpPr>
            <p:cNvPr id="32" name="Grupo 31">
              <a:extLst>
                <a:ext uri="{FF2B5EF4-FFF2-40B4-BE49-F238E27FC236}">
                  <a16:creationId xmlns:a16="http://schemas.microsoft.com/office/drawing/2014/main" id="{E33ACCA7-13CB-4EAE-B3DE-990E0A40ABCD}"/>
                </a:ext>
              </a:extLst>
            </p:cNvPr>
            <p:cNvGrpSpPr/>
            <p:nvPr/>
          </p:nvGrpSpPr>
          <p:grpSpPr>
            <a:xfrm>
              <a:off x="5245436" y="1627371"/>
              <a:ext cx="1720289" cy="958877"/>
              <a:chOff x="5245436" y="1627371"/>
              <a:chExt cx="1720289" cy="958877"/>
            </a:xfrm>
          </p:grpSpPr>
          <p:grpSp>
            <p:nvGrpSpPr>
              <p:cNvPr id="187" name="Grupo 186">
                <a:extLst>
                  <a:ext uri="{FF2B5EF4-FFF2-40B4-BE49-F238E27FC236}">
                    <a16:creationId xmlns:a16="http://schemas.microsoft.com/office/drawing/2014/main" id="{4D43437D-761B-4F92-9A9B-F48CE74E09D3}"/>
                  </a:ext>
                </a:extLst>
              </p:cNvPr>
              <p:cNvGrpSpPr/>
              <p:nvPr/>
            </p:nvGrpSpPr>
            <p:grpSpPr>
              <a:xfrm>
                <a:off x="5245436" y="1627371"/>
                <a:ext cx="1445845" cy="958877"/>
                <a:chOff x="5257971" y="1613559"/>
                <a:chExt cx="1445845" cy="958877"/>
              </a:xfrm>
            </p:grpSpPr>
            <p:sp>
              <p:nvSpPr>
                <p:cNvPr id="101" name="Rectángulo 100">
                  <a:extLst>
                    <a:ext uri="{FF2B5EF4-FFF2-40B4-BE49-F238E27FC236}">
                      <a16:creationId xmlns:a16="http://schemas.microsoft.com/office/drawing/2014/main" id="{9B594084-646C-4552-8B4A-1346E51C198D}"/>
                    </a:ext>
                  </a:extLst>
                </p:cNvPr>
                <p:cNvSpPr/>
                <p:nvPr/>
              </p:nvSpPr>
              <p:spPr>
                <a:xfrm rot="2169494">
                  <a:off x="6358216" y="2415274"/>
                  <a:ext cx="345600" cy="15716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2000" dirty="0"/>
                    <a:t>5</a:t>
                  </a:r>
                </a:p>
              </p:txBody>
            </p:sp>
            <p:grpSp>
              <p:nvGrpSpPr>
                <p:cNvPr id="186" name="Grupo 185">
                  <a:extLst>
                    <a:ext uri="{FF2B5EF4-FFF2-40B4-BE49-F238E27FC236}">
                      <a16:creationId xmlns:a16="http://schemas.microsoft.com/office/drawing/2014/main" id="{3CDD9AF5-97D5-45A6-864D-A04D058B8AB0}"/>
                    </a:ext>
                  </a:extLst>
                </p:cNvPr>
                <p:cNvGrpSpPr/>
                <p:nvPr/>
              </p:nvGrpSpPr>
              <p:grpSpPr>
                <a:xfrm>
                  <a:off x="5257971" y="1613559"/>
                  <a:ext cx="1172639" cy="758925"/>
                  <a:chOff x="5257971" y="1613559"/>
                  <a:chExt cx="1172639" cy="758925"/>
                </a:xfrm>
              </p:grpSpPr>
              <p:grpSp>
                <p:nvGrpSpPr>
                  <p:cNvPr id="184" name="Grupo 183">
                    <a:extLst>
                      <a:ext uri="{FF2B5EF4-FFF2-40B4-BE49-F238E27FC236}">
                        <a16:creationId xmlns:a16="http://schemas.microsoft.com/office/drawing/2014/main" id="{3EC6E8CC-C0FA-47B6-B626-C161A99F533B}"/>
                      </a:ext>
                    </a:extLst>
                  </p:cNvPr>
                  <p:cNvGrpSpPr/>
                  <p:nvPr/>
                </p:nvGrpSpPr>
                <p:grpSpPr>
                  <a:xfrm>
                    <a:off x="5257971" y="1613559"/>
                    <a:ext cx="619560" cy="357113"/>
                    <a:chOff x="5257971" y="1613559"/>
                    <a:chExt cx="619560" cy="357113"/>
                  </a:xfrm>
                </p:grpSpPr>
                <p:sp>
                  <p:nvSpPr>
                    <p:cNvPr id="183" name="Rectángulo 182">
                      <a:extLst>
                        <a:ext uri="{FF2B5EF4-FFF2-40B4-BE49-F238E27FC236}">
                          <a16:creationId xmlns:a16="http://schemas.microsoft.com/office/drawing/2014/main" id="{2E23A034-1082-493B-990E-E21457A2ADC0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57971" y="1613559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1</a:t>
                      </a:r>
                    </a:p>
                  </p:txBody>
                </p:sp>
                <p:sp>
                  <p:nvSpPr>
                    <p:cNvPr id="95" name="Rectángulo 94">
                      <a:extLst>
                        <a:ext uri="{FF2B5EF4-FFF2-40B4-BE49-F238E27FC236}">
                          <a16:creationId xmlns:a16="http://schemas.microsoft.com/office/drawing/2014/main" id="{AB00AD9C-780D-4245-84E2-BCD41E5F6991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31931" y="1813510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2</a:t>
                      </a:r>
                    </a:p>
                  </p:txBody>
                </p:sp>
              </p:grpSp>
              <p:grpSp>
                <p:nvGrpSpPr>
                  <p:cNvPr id="102" name="Grupo 101">
                    <a:extLst>
                      <a:ext uri="{FF2B5EF4-FFF2-40B4-BE49-F238E27FC236}">
                        <a16:creationId xmlns:a16="http://schemas.microsoft.com/office/drawing/2014/main" id="{F8F04F3A-B929-4468-A339-521DBD33AA86}"/>
                      </a:ext>
                    </a:extLst>
                  </p:cNvPr>
                  <p:cNvGrpSpPr/>
                  <p:nvPr/>
                </p:nvGrpSpPr>
                <p:grpSpPr>
                  <a:xfrm>
                    <a:off x="5811050" y="2015371"/>
                    <a:ext cx="619560" cy="357113"/>
                    <a:chOff x="5257971" y="1608796"/>
                    <a:chExt cx="619560" cy="357113"/>
                  </a:xfrm>
                </p:grpSpPr>
                <p:sp>
                  <p:nvSpPr>
                    <p:cNvPr id="103" name="Rectángulo 102">
                      <a:extLst>
                        <a:ext uri="{FF2B5EF4-FFF2-40B4-BE49-F238E27FC236}">
                          <a16:creationId xmlns:a16="http://schemas.microsoft.com/office/drawing/2014/main" id="{83AF5EA2-CFC6-4A76-933F-8287FBF9EE8F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57971" y="1608796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3</a:t>
                      </a:r>
                    </a:p>
                  </p:txBody>
                </p:sp>
                <p:sp>
                  <p:nvSpPr>
                    <p:cNvPr id="104" name="Rectángulo 103">
                      <a:extLst>
                        <a:ext uri="{FF2B5EF4-FFF2-40B4-BE49-F238E27FC236}">
                          <a16:creationId xmlns:a16="http://schemas.microsoft.com/office/drawing/2014/main" id="{71A3DA4A-7B69-445F-AAB4-C015998F2010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31931" y="1808747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4</a:t>
                      </a:r>
                    </a:p>
                  </p:txBody>
                </p:sp>
              </p:grpSp>
            </p:grpSp>
          </p:grpSp>
          <p:sp>
            <p:nvSpPr>
              <p:cNvPr id="191" name="Flecha: pentágono 190">
                <a:extLst>
                  <a:ext uri="{FF2B5EF4-FFF2-40B4-BE49-F238E27FC236}">
                    <a16:creationId xmlns:a16="http://schemas.microsoft.com/office/drawing/2014/main" id="{494E1533-AB2F-4973-89E9-6EC9C1E655F1}"/>
                  </a:ext>
                </a:extLst>
              </p:cNvPr>
              <p:cNvSpPr/>
              <p:nvPr/>
            </p:nvSpPr>
            <p:spPr>
              <a:xfrm rot="18359333">
                <a:off x="5975581" y="1064741"/>
                <a:ext cx="276225" cy="1704063"/>
              </a:xfrm>
              <a:prstGeom prst="homePlate">
                <a:avLst/>
              </a:prstGeom>
              <a:solidFill>
                <a:schemeClr val="bg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" rtlCol="0" anchor="ctr"/>
              <a:lstStyle/>
              <a:p>
                <a:pPr algn="ctr"/>
                <a:r>
                  <a:rPr lang="es-ES" b="1" dirty="0"/>
                  <a:t>REVISAR</a:t>
                </a:r>
              </a:p>
            </p:txBody>
          </p:sp>
        </p:grpSp>
        <p:grpSp>
          <p:nvGrpSpPr>
            <p:cNvPr id="146" name="Grupo 145">
              <a:extLst>
                <a:ext uri="{FF2B5EF4-FFF2-40B4-BE49-F238E27FC236}">
                  <a16:creationId xmlns:a16="http://schemas.microsoft.com/office/drawing/2014/main" id="{8D405F34-D589-4966-9C4A-22CDC4B24567}"/>
                </a:ext>
              </a:extLst>
            </p:cNvPr>
            <p:cNvGrpSpPr/>
            <p:nvPr/>
          </p:nvGrpSpPr>
          <p:grpSpPr>
            <a:xfrm rot="17270646">
              <a:off x="3672221" y="1503003"/>
              <a:ext cx="1720290" cy="958877"/>
              <a:chOff x="5241590" y="1634868"/>
              <a:chExt cx="1720290" cy="958877"/>
            </a:xfrm>
          </p:grpSpPr>
          <p:grpSp>
            <p:nvGrpSpPr>
              <p:cNvPr id="147" name="Grupo 146">
                <a:extLst>
                  <a:ext uri="{FF2B5EF4-FFF2-40B4-BE49-F238E27FC236}">
                    <a16:creationId xmlns:a16="http://schemas.microsoft.com/office/drawing/2014/main" id="{C92529C2-A75E-4A4E-9C12-AB9D3271A3DE}"/>
                  </a:ext>
                </a:extLst>
              </p:cNvPr>
              <p:cNvGrpSpPr/>
              <p:nvPr/>
            </p:nvGrpSpPr>
            <p:grpSpPr>
              <a:xfrm>
                <a:off x="5241590" y="1634868"/>
                <a:ext cx="1445845" cy="958877"/>
                <a:chOff x="5254125" y="1621056"/>
                <a:chExt cx="1445845" cy="958877"/>
              </a:xfrm>
            </p:grpSpPr>
            <p:sp>
              <p:nvSpPr>
                <p:cNvPr id="149" name="Rectángulo 148">
                  <a:extLst>
                    <a:ext uri="{FF2B5EF4-FFF2-40B4-BE49-F238E27FC236}">
                      <a16:creationId xmlns:a16="http://schemas.microsoft.com/office/drawing/2014/main" id="{0C3EFC84-D3B6-421C-BC4F-3865B99C2378}"/>
                    </a:ext>
                  </a:extLst>
                </p:cNvPr>
                <p:cNvSpPr/>
                <p:nvPr/>
              </p:nvSpPr>
              <p:spPr>
                <a:xfrm rot="2169494">
                  <a:off x="6354370" y="2422771"/>
                  <a:ext cx="345600" cy="15716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2000" dirty="0"/>
                    <a:t>5</a:t>
                  </a:r>
                </a:p>
              </p:txBody>
            </p:sp>
            <p:grpSp>
              <p:nvGrpSpPr>
                <p:cNvPr id="150" name="Grupo 149">
                  <a:extLst>
                    <a:ext uri="{FF2B5EF4-FFF2-40B4-BE49-F238E27FC236}">
                      <a16:creationId xmlns:a16="http://schemas.microsoft.com/office/drawing/2014/main" id="{B1E7DBE7-A39A-43C5-B7E9-D12DD3B8B8FD}"/>
                    </a:ext>
                  </a:extLst>
                </p:cNvPr>
                <p:cNvGrpSpPr/>
                <p:nvPr/>
              </p:nvGrpSpPr>
              <p:grpSpPr>
                <a:xfrm>
                  <a:off x="5254125" y="1621056"/>
                  <a:ext cx="1172638" cy="758927"/>
                  <a:chOff x="5254125" y="1621056"/>
                  <a:chExt cx="1172638" cy="758927"/>
                </a:xfrm>
              </p:grpSpPr>
              <p:grpSp>
                <p:nvGrpSpPr>
                  <p:cNvPr id="151" name="Grupo 150">
                    <a:extLst>
                      <a:ext uri="{FF2B5EF4-FFF2-40B4-BE49-F238E27FC236}">
                        <a16:creationId xmlns:a16="http://schemas.microsoft.com/office/drawing/2014/main" id="{D6D49A26-D4D9-4DA1-A493-B5A69959494A}"/>
                      </a:ext>
                    </a:extLst>
                  </p:cNvPr>
                  <p:cNvGrpSpPr/>
                  <p:nvPr/>
                </p:nvGrpSpPr>
                <p:grpSpPr>
                  <a:xfrm>
                    <a:off x="5254125" y="1621056"/>
                    <a:ext cx="619559" cy="357115"/>
                    <a:chOff x="5254125" y="1621056"/>
                    <a:chExt cx="619559" cy="357115"/>
                  </a:xfrm>
                </p:grpSpPr>
                <p:sp>
                  <p:nvSpPr>
                    <p:cNvPr id="155" name="Rectángulo 154">
                      <a:extLst>
                        <a:ext uri="{FF2B5EF4-FFF2-40B4-BE49-F238E27FC236}">
                          <a16:creationId xmlns:a16="http://schemas.microsoft.com/office/drawing/2014/main" id="{40B92842-0402-4EBB-9346-FA8751893C36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54125" y="1621056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1</a:t>
                      </a:r>
                    </a:p>
                  </p:txBody>
                </p:sp>
                <p:sp>
                  <p:nvSpPr>
                    <p:cNvPr id="156" name="Rectángulo 155">
                      <a:extLst>
                        <a:ext uri="{FF2B5EF4-FFF2-40B4-BE49-F238E27FC236}">
                          <a16:creationId xmlns:a16="http://schemas.microsoft.com/office/drawing/2014/main" id="{02CB4AAB-A97B-4C6B-B7D8-14F02C0D1C9F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28084" y="1821009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2</a:t>
                      </a:r>
                    </a:p>
                  </p:txBody>
                </p:sp>
              </p:grpSp>
              <p:grpSp>
                <p:nvGrpSpPr>
                  <p:cNvPr id="152" name="Grupo 151">
                    <a:extLst>
                      <a:ext uri="{FF2B5EF4-FFF2-40B4-BE49-F238E27FC236}">
                        <a16:creationId xmlns:a16="http://schemas.microsoft.com/office/drawing/2014/main" id="{C7C1B74D-3FF5-49C7-B701-6663E51F1CC0}"/>
                      </a:ext>
                    </a:extLst>
                  </p:cNvPr>
                  <p:cNvGrpSpPr/>
                  <p:nvPr/>
                </p:nvGrpSpPr>
                <p:grpSpPr>
                  <a:xfrm>
                    <a:off x="5807203" y="2022870"/>
                    <a:ext cx="619560" cy="357113"/>
                    <a:chOff x="5254124" y="1616295"/>
                    <a:chExt cx="619560" cy="357113"/>
                  </a:xfrm>
                </p:grpSpPr>
                <p:sp>
                  <p:nvSpPr>
                    <p:cNvPr id="153" name="Rectángulo 152">
                      <a:extLst>
                        <a:ext uri="{FF2B5EF4-FFF2-40B4-BE49-F238E27FC236}">
                          <a16:creationId xmlns:a16="http://schemas.microsoft.com/office/drawing/2014/main" id="{7C567F9E-D71C-4915-BDD9-4C1D508B7349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54124" y="1616295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3</a:t>
                      </a:r>
                    </a:p>
                  </p:txBody>
                </p:sp>
                <p:sp>
                  <p:nvSpPr>
                    <p:cNvPr id="154" name="Rectángulo 153">
                      <a:extLst>
                        <a:ext uri="{FF2B5EF4-FFF2-40B4-BE49-F238E27FC236}">
                          <a16:creationId xmlns:a16="http://schemas.microsoft.com/office/drawing/2014/main" id="{57C68B16-8171-4447-9459-BB57A7BAA99E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28084" y="1816246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4</a:t>
                      </a:r>
                    </a:p>
                  </p:txBody>
                </p:sp>
              </p:grpSp>
            </p:grpSp>
          </p:grpSp>
          <p:sp>
            <p:nvSpPr>
              <p:cNvPr id="148" name="Flecha: pentágono 147">
                <a:extLst>
                  <a:ext uri="{FF2B5EF4-FFF2-40B4-BE49-F238E27FC236}">
                    <a16:creationId xmlns:a16="http://schemas.microsoft.com/office/drawing/2014/main" id="{EEE8A398-0B97-41DB-8131-F55CA998A351}"/>
                  </a:ext>
                </a:extLst>
              </p:cNvPr>
              <p:cNvSpPr/>
              <p:nvPr/>
            </p:nvSpPr>
            <p:spPr>
              <a:xfrm rot="18359333">
                <a:off x="5971736" y="1072237"/>
                <a:ext cx="276225" cy="1704063"/>
              </a:xfrm>
              <a:prstGeom prst="homePlate">
                <a:avLst/>
              </a:prstGeom>
              <a:solidFill>
                <a:schemeClr val="accent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" rtlCol="0" anchor="ctr"/>
              <a:lstStyle/>
              <a:p>
                <a:pPr algn="ctr"/>
                <a:r>
                  <a:rPr lang="es-ES" b="1" dirty="0"/>
                  <a:t>MANTENER</a:t>
                </a:r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25DEEB60-0458-4D5B-9BBC-A9C44F30322A}"/>
                </a:ext>
              </a:extLst>
            </p:cNvPr>
            <p:cNvGrpSpPr/>
            <p:nvPr/>
          </p:nvGrpSpPr>
          <p:grpSpPr>
            <a:xfrm rot="4328207">
              <a:off x="3177909" y="3038832"/>
              <a:ext cx="1704063" cy="956867"/>
              <a:chOff x="4877730" y="4736968"/>
              <a:chExt cx="1704063" cy="956867"/>
            </a:xfrm>
          </p:grpSpPr>
          <p:grpSp>
            <p:nvGrpSpPr>
              <p:cNvPr id="197" name="Grupo 196">
                <a:extLst>
                  <a:ext uri="{FF2B5EF4-FFF2-40B4-BE49-F238E27FC236}">
                    <a16:creationId xmlns:a16="http://schemas.microsoft.com/office/drawing/2014/main" id="{8DBE16C1-1711-440E-9A78-9CB2E200652D}"/>
                  </a:ext>
                </a:extLst>
              </p:cNvPr>
              <p:cNvGrpSpPr/>
              <p:nvPr/>
            </p:nvGrpSpPr>
            <p:grpSpPr>
              <a:xfrm rot="19421976">
                <a:off x="5012216" y="4736968"/>
                <a:ext cx="1439125" cy="956867"/>
                <a:chOff x="5267632" y="1606582"/>
                <a:chExt cx="1439125" cy="956867"/>
              </a:xfrm>
            </p:grpSpPr>
            <p:sp>
              <p:nvSpPr>
                <p:cNvPr id="199" name="Rectángulo 198">
                  <a:extLst>
                    <a:ext uri="{FF2B5EF4-FFF2-40B4-BE49-F238E27FC236}">
                      <a16:creationId xmlns:a16="http://schemas.microsoft.com/office/drawing/2014/main" id="{6A512179-C76F-4B40-8B36-A612F4637A1D}"/>
                    </a:ext>
                  </a:extLst>
                </p:cNvPr>
                <p:cNvSpPr/>
                <p:nvPr/>
              </p:nvSpPr>
              <p:spPr>
                <a:xfrm rot="2169494">
                  <a:off x="6361157" y="2406287"/>
                  <a:ext cx="345600" cy="15716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2000" dirty="0"/>
                    <a:t>1</a:t>
                  </a:r>
                </a:p>
              </p:txBody>
            </p:sp>
            <p:grpSp>
              <p:nvGrpSpPr>
                <p:cNvPr id="200" name="Grupo 199">
                  <a:extLst>
                    <a:ext uri="{FF2B5EF4-FFF2-40B4-BE49-F238E27FC236}">
                      <a16:creationId xmlns:a16="http://schemas.microsoft.com/office/drawing/2014/main" id="{2AB8241C-F319-4493-A502-E9713C59E1D2}"/>
                    </a:ext>
                  </a:extLst>
                </p:cNvPr>
                <p:cNvGrpSpPr/>
                <p:nvPr/>
              </p:nvGrpSpPr>
              <p:grpSpPr>
                <a:xfrm>
                  <a:off x="5267632" y="1606582"/>
                  <a:ext cx="1180862" cy="767915"/>
                  <a:chOff x="5267632" y="1606582"/>
                  <a:chExt cx="1180862" cy="767915"/>
                </a:xfrm>
              </p:grpSpPr>
              <p:grpSp>
                <p:nvGrpSpPr>
                  <p:cNvPr id="201" name="Grupo 200">
                    <a:extLst>
                      <a:ext uri="{FF2B5EF4-FFF2-40B4-BE49-F238E27FC236}">
                        <a16:creationId xmlns:a16="http://schemas.microsoft.com/office/drawing/2014/main" id="{8DB19B7C-F711-443E-B827-EEAD4F736D61}"/>
                      </a:ext>
                    </a:extLst>
                  </p:cNvPr>
                  <p:cNvGrpSpPr/>
                  <p:nvPr/>
                </p:nvGrpSpPr>
                <p:grpSpPr>
                  <a:xfrm>
                    <a:off x="5267632" y="1606582"/>
                    <a:ext cx="619560" cy="357114"/>
                    <a:chOff x="5267632" y="1606582"/>
                    <a:chExt cx="619560" cy="357114"/>
                  </a:xfrm>
                </p:grpSpPr>
                <p:sp>
                  <p:nvSpPr>
                    <p:cNvPr id="205" name="Rectángulo 204">
                      <a:extLst>
                        <a:ext uri="{FF2B5EF4-FFF2-40B4-BE49-F238E27FC236}">
                          <a16:creationId xmlns:a16="http://schemas.microsoft.com/office/drawing/2014/main" id="{6353E57C-E3E7-4AD5-9921-9D7F21EE9F59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67632" y="1606582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5</a:t>
                      </a:r>
                    </a:p>
                  </p:txBody>
                </p:sp>
                <p:sp>
                  <p:nvSpPr>
                    <p:cNvPr id="206" name="Rectángulo 205">
                      <a:extLst>
                        <a:ext uri="{FF2B5EF4-FFF2-40B4-BE49-F238E27FC236}">
                          <a16:creationId xmlns:a16="http://schemas.microsoft.com/office/drawing/2014/main" id="{AEB8ECC0-60A0-40C8-A655-56CC217EB24A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41592" y="1806534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4</a:t>
                      </a:r>
                    </a:p>
                  </p:txBody>
                </p:sp>
              </p:grpSp>
              <p:grpSp>
                <p:nvGrpSpPr>
                  <p:cNvPr id="202" name="Grupo 201">
                    <a:extLst>
                      <a:ext uri="{FF2B5EF4-FFF2-40B4-BE49-F238E27FC236}">
                        <a16:creationId xmlns:a16="http://schemas.microsoft.com/office/drawing/2014/main" id="{52345D58-6EE8-4682-AFDA-96090B0D7331}"/>
                      </a:ext>
                    </a:extLst>
                  </p:cNvPr>
                  <p:cNvGrpSpPr/>
                  <p:nvPr/>
                </p:nvGrpSpPr>
                <p:grpSpPr>
                  <a:xfrm>
                    <a:off x="5823688" y="2012998"/>
                    <a:ext cx="624806" cy="361499"/>
                    <a:chOff x="5270609" y="1606423"/>
                    <a:chExt cx="624806" cy="361499"/>
                  </a:xfrm>
                </p:grpSpPr>
                <p:sp>
                  <p:nvSpPr>
                    <p:cNvPr id="203" name="Rectángulo 202">
                      <a:extLst>
                        <a:ext uri="{FF2B5EF4-FFF2-40B4-BE49-F238E27FC236}">
                          <a16:creationId xmlns:a16="http://schemas.microsoft.com/office/drawing/2014/main" id="{57532359-9539-43C0-B46B-0C567EECFD83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70609" y="1606423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3</a:t>
                      </a:r>
                    </a:p>
                  </p:txBody>
                </p:sp>
                <p:sp>
                  <p:nvSpPr>
                    <p:cNvPr id="204" name="Rectángulo 203">
                      <a:extLst>
                        <a:ext uri="{FF2B5EF4-FFF2-40B4-BE49-F238E27FC236}">
                          <a16:creationId xmlns:a16="http://schemas.microsoft.com/office/drawing/2014/main" id="{32FD10A4-EBA9-4230-922A-6A51A132AD99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49815" y="1810760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2</a:t>
                      </a:r>
                    </a:p>
                  </p:txBody>
                </p:sp>
              </p:grpSp>
            </p:grpSp>
          </p:grpSp>
          <p:sp>
            <p:nvSpPr>
              <p:cNvPr id="198" name="Flecha: pentágono 197">
                <a:extLst>
                  <a:ext uri="{FF2B5EF4-FFF2-40B4-BE49-F238E27FC236}">
                    <a16:creationId xmlns:a16="http://schemas.microsoft.com/office/drawing/2014/main" id="{25BB3DC4-CAF7-4630-9F16-2558EBE34056}"/>
                  </a:ext>
                </a:extLst>
              </p:cNvPr>
              <p:cNvSpPr/>
              <p:nvPr/>
            </p:nvSpPr>
            <p:spPr>
              <a:xfrm rot="5391296">
                <a:off x="5591649" y="4601372"/>
                <a:ext cx="276225" cy="1704063"/>
              </a:xfrm>
              <a:prstGeom prst="homePlate">
                <a:avLst/>
              </a:prstGeom>
              <a:solidFill>
                <a:srgbClr val="FF3399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s-ES" b="1" dirty="0"/>
                  <a:t>ESTANDARIZAR</a:t>
                </a:r>
              </a:p>
            </p:txBody>
          </p:sp>
        </p:grpSp>
        <p:grpSp>
          <p:nvGrpSpPr>
            <p:cNvPr id="225" name="Grupo 224">
              <a:extLst>
                <a:ext uri="{FF2B5EF4-FFF2-40B4-BE49-F238E27FC236}">
                  <a16:creationId xmlns:a16="http://schemas.microsoft.com/office/drawing/2014/main" id="{0B14B755-90AB-41D9-B252-8FF39C0CEB9C}"/>
                </a:ext>
              </a:extLst>
            </p:cNvPr>
            <p:cNvGrpSpPr/>
            <p:nvPr/>
          </p:nvGrpSpPr>
          <p:grpSpPr>
            <a:xfrm>
              <a:off x="4374997" y="3897617"/>
              <a:ext cx="1704063" cy="956866"/>
              <a:chOff x="4874075" y="4748310"/>
              <a:chExt cx="1704063" cy="956866"/>
            </a:xfrm>
          </p:grpSpPr>
          <p:grpSp>
            <p:nvGrpSpPr>
              <p:cNvPr id="226" name="Grupo 225">
                <a:extLst>
                  <a:ext uri="{FF2B5EF4-FFF2-40B4-BE49-F238E27FC236}">
                    <a16:creationId xmlns:a16="http://schemas.microsoft.com/office/drawing/2014/main" id="{19053DF3-BAB3-43EA-A9C8-9C6A27B3067B}"/>
                  </a:ext>
                </a:extLst>
              </p:cNvPr>
              <p:cNvGrpSpPr/>
              <p:nvPr/>
            </p:nvGrpSpPr>
            <p:grpSpPr>
              <a:xfrm rot="19421976">
                <a:off x="5008559" y="4748310"/>
                <a:ext cx="1439126" cy="956866"/>
                <a:chOff x="5257971" y="1613559"/>
                <a:chExt cx="1439126" cy="956866"/>
              </a:xfrm>
            </p:grpSpPr>
            <p:sp>
              <p:nvSpPr>
                <p:cNvPr id="228" name="Rectángulo 227">
                  <a:extLst>
                    <a:ext uri="{FF2B5EF4-FFF2-40B4-BE49-F238E27FC236}">
                      <a16:creationId xmlns:a16="http://schemas.microsoft.com/office/drawing/2014/main" id="{9CEA20C7-C6C1-4047-B22F-665D67B1CA8F}"/>
                    </a:ext>
                  </a:extLst>
                </p:cNvPr>
                <p:cNvSpPr/>
                <p:nvPr/>
              </p:nvSpPr>
              <p:spPr>
                <a:xfrm rot="2169494">
                  <a:off x="6351497" y="2413263"/>
                  <a:ext cx="345600" cy="15716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2000" dirty="0"/>
                    <a:t>1</a:t>
                  </a:r>
                </a:p>
              </p:txBody>
            </p:sp>
            <p:grpSp>
              <p:nvGrpSpPr>
                <p:cNvPr id="229" name="Grupo 228">
                  <a:extLst>
                    <a:ext uri="{FF2B5EF4-FFF2-40B4-BE49-F238E27FC236}">
                      <a16:creationId xmlns:a16="http://schemas.microsoft.com/office/drawing/2014/main" id="{FA50A037-37B1-46DD-8080-3B91D29E8679}"/>
                    </a:ext>
                  </a:extLst>
                </p:cNvPr>
                <p:cNvGrpSpPr/>
                <p:nvPr/>
              </p:nvGrpSpPr>
              <p:grpSpPr>
                <a:xfrm>
                  <a:off x="5257971" y="1613559"/>
                  <a:ext cx="1180863" cy="767914"/>
                  <a:chOff x="5257971" y="1613559"/>
                  <a:chExt cx="1180863" cy="767914"/>
                </a:xfrm>
              </p:grpSpPr>
              <p:grpSp>
                <p:nvGrpSpPr>
                  <p:cNvPr id="230" name="Grupo 229">
                    <a:extLst>
                      <a:ext uri="{FF2B5EF4-FFF2-40B4-BE49-F238E27FC236}">
                        <a16:creationId xmlns:a16="http://schemas.microsoft.com/office/drawing/2014/main" id="{58FDD977-6FD8-4E65-8C4E-23802D8A2E30}"/>
                      </a:ext>
                    </a:extLst>
                  </p:cNvPr>
                  <p:cNvGrpSpPr/>
                  <p:nvPr/>
                </p:nvGrpSpPr>
                <p:grpSpPr>
                  <a:xfrm>
                    <a:off x="5257971" y="1613559"/>
                    <a:ext cx="619560" cy="357113"/>
                    <a:chOff x="5257971" y="1613559"/>
                    <a:chExt cx="619560" cy="357113"/>
                  </a:xfrm>
                </p:grpSpPr>
                <p:sp>
                  <p:nvSpPr>
                    <p:cNvPr id="234" name="Rectángulo 233">
                      <a:extLst>
                        <a:ext uri="{FF2B5EF4-FFF2-40B4-BE49-F238E27FC236}">
                          <a16:creationId xmlns:a16="http://schemas.microsoft.com/office/drawing/2014/main" id="{AFC746DE-9005-418E-A248-FDD1EBCB02AF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57971" y="1613559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5</a:t>
                      </a:r>
                    </a:p>
                  </p:txBody>
                </p:sp>
                <p:sp>
                  <p:nvSpPr>
                    <p:cNvPr id="235" name="Rectángulo 234">
                      <a:extLst>
                        <a:ext uri="{FF2B5EF4-FFF2-40B4-BE49-F238E27FC236}">
                          <a16:creationId xmlns:a16="http://schemas.microsoft.com/office/drawing/2014/main" id="{A24DFC02-5A54-4E2D-8891-8815C2511D70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31931" y="1813510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4</a:t>
                      </a:r>
                    </a:p>
                  </p:txBody>
                </p:sp>
              </p:grpSp>
              <p:grpSp>
                <p:nvGrpSpPr>
                  <p:cNvPr id="231" name="Grupo 230">
                    <a:extLst>
                      <a:ext uri="{FF2B5EF4-FFF2-40B4-BE49-F238E27FC236}">
                        <a16:creationId xmlns:a16="http://schemas.microsoft.com/office/drawing/2014/main" id="{2C79F5A0-AEA4-43D9-8E08-E7888BFFAA6C}"/>
                      </a:ext>
                    </a:extLst>
                  </p:cNvPr>
                  <p:cNvGrpSpPr/>
                  <p:nvPr/>
                </p:nvGrpSpPr>
                <p:grpSpPr>
                  <a:xfrm>
                    <a:off x="5814029" y="2019974"/>
                    <a:ext cx="624805" cy="361499"/>
                    <a:chOff x="5260950" y="1613399"/>
                    <a:chExt cx="624805" cy="361499"/>
                  </a:xfrm>
                </p:grpSpPr>
                <p:sp>
                  <p:nvSpPr>
                    <p:cNvPr id="232" name="Rectángulo 231">
                      <a:extLst>
                        <a:ext uri="{FF2B5EF4-FFF2-40B4-BE49-F238E27FC236}">
                          <a16:creationId xmlns:a16="http://schemas.microsoft.com/office/drawing/2014/main" id="{6AB3EC93-1F41-4F19-9956-867B3F136A1F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60950" y="1613399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3</a:t>
                      </a:r>
                    </a:p>
                  </p:txBody>
                </p:sp>
                <p:sp>
                  <p:nvSpPr>
                    <p:cNvPr id="233" name="Rectángulo 232">
                      <a:extLst>
                        <a:ext uri="{FF2B5EF4-FFF2-40B4-BE49-F238E27FC236}">
                          <a16:creationId xmlns:a16="http://schemas.microsoft.com/office/drawing/2014/main" id="{940D7B4D-EE07-4C70-A587-54704D18168E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40155" y="1817736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2</a:t>
                      </a:r>
                    </a:p>
                  </p:txBody>
                </p:sp>
              </p:grpSp>
            </p:grpSp>
          </p:grpSp>
          <p:sp>
            <p:nvSpPr>
              <p:cNvPr id="227" name="Flecha: pentágono 226">
                <a:extLst>
                  <a:ext uri="{FF2B5EF4-FFF2-40B4-BE49-F238E27FC236}">
                    <a16:creationId xmlns:a16="http://schemas.microsoft.com/office/drawing/2014/main" id="{9C600078-E45D-40DE-AAB9-1FCCC4717A01}"/>
                  </a:ext>
                </a:extLst>
              </p:cNvPr>
              <p:cNvSpPr/>
              <p:nvPr/>
            </p:nvSpPr>
            <p:spPr>
              <a:xfrm rot="5391296">
                <a:off x="5587994" y="4612715"/>
                <a:ext cx="276225" cy="1704063"/>
              </a:xfrm>
              <a:prstGeom prst="homePlate">
                <a:avLst/>
              </a:prstGeom>
              <a:solidFill>
                <a:srgbClr val="FFFF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s-ES" b="1" dirty="0"/>
                  <a:t>LIMPIAR</a:t>
                </a:r>
              </a:p>
            </p:txBody>
          </p:sp>
        </p:grpSp>
        <p:grpSp>
          <p:nvGrpSpPr>
            <p:cNvPr id="236" name="Grupo 235">
              <a:extLst>
                <a:ext uri="{FF2B5EF4-FFF2-40B4-BE49-F238E27FC236}">
                  <a16:creationId xmlns:a16="http://schemas.microsoft.com/office/drawing/2014/main" id="{BEDE5101-43FF-42D4-A510-BE9C3401A7D6}"/>
                </a:ext>
              </a:extLst>
            </p:cNvPr>
            <p:cNvGrpSpPr/>
            <p:nvPr/>
          </p:nvGrpSpPr>
          <p:grpSpPr>
            <a:xfrm rot="17254308">
              <a:off x="5580210" y="3033362"/>
              <a:ext cx="1704063" cy="956866"/>
              <a:chOff x="4874075" y="4748310"/>
              <a:chExt cx="1704063" cy="956866"/>
            </a:xfrm>
          </p:grpSpPr>
          <p:grpSp>
            <p:nvGrpSpPr>
              <p:cNvPr id="237" name="Grupo 236">
                <a:extLst>
                  <a:ext uri="{FF2B5EF4-FFF2-40B4-BE49-F238E27FC236}">
                    <a16:creationId xmlns:a16="http://schemas.microsoft.com/office/drawing/2014/main" id="{95A93B4E-8860-4F3C-80A3-E404FB9AA592}"/>
                  </a:ext>
                </a:extLst>
              </p:cNvPr>
              <p:cNvGrpSpPr/>
              <p:nvPr/>
            </p:nvGrpSpPr>
            <p:grpSpPr>
              <a:xfrm rot="19421976">
                <a:off x="5008559" y="4748310"/>
                <a:ext cx="1439126" cy="956866"/>
                <a:chOff x="5257971" y="1613559"/>
                <a:chExt cx="1439126" cy="956866"/>
              </a:xfrm>
            </p:grpSpPr>
            <p:sp>
              <p:nvSpPr>
                <p:cNvPr id="239" name="Rectángulo 238">
                  <a:extLst>
                    <a:ext uri="{FF2B5EF4-FFF2-40B4-BE49-F238E27FC236}">
                      <a16:creationId xmlns:a16="http://schemas.microsoft.com/office/drawing/2014/main" id="{EE43389E-E627-41EA-8120-E75A8E4FDEB6}"/>
                    </a:ext>
                  </a:extLst>
                </p:cNvPr>
                <p:cNvSpPr/>
                <p:nvPr/>
              </p:nvSpPr>
              <p:spPr>
                <a:xfrm rot="2169494">
                  <a:off x="6351497" y="2413263"/>
                  <a:ext cx="345600" cy="15716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2000" dirty="0"/>
                    <a:t>1</a:t>
                  </a:r>
                </a:p>
              </p:txBody>
            </p:sp>
            <p:grpSp>
              <p:nvGrpSpPr>
                <p:cNvPr id="240" name="Grupo 239">
                  <a:extLst>
                    <a:ext uri="{FF2B5EF4-FFF2-40B4-BE49-F238E27FC236}">
                      <a16:creationId xmlns:a16="http://schemas.microsoft.com/office/drawing/2014/main" id="{4CDEF95E-6B75-421A-87D2-B0A74B522C76}"/>
                    </a:ext>
                  </a:extLst>
                </p:cNvPr>
                <p:cNvGrpSpPr/>
                <p:nvPr/>
              </p:nvGrpSpPr>
              <p:grpSpPr>
                <a:xfrm>
                  <a:off x="5257971" y="1613559"/>
                  <a:ext cx="1180863" cy="767914"/>
                  <a:chOff x="5257971" y="1613559"/>
                  <a:chExt cx="1180863" cy="767914"/>
                </a:xfrm>
              </p:grpSpPr>
              <p:grpSp>
                <p:nvGrpSpPr>
                  <p:cNvPr id="241" name="Grupo 240">
                    <a:extLst>
                      <a:ext uri="{FF2B5EF4-FFF2-40B4-BE49-F238E27FC236}">
                        <a16:creationId xmlns:a16="http://schemas.microsoft.com/office/drawing/2014/main" id="{3C29CC50-EE2C-471A-B24E-430BC9DBB4F7}"/>
                      </a:ext>
                    </a:extLst>
                  </p:cNvPr>
                  <p:cNvGrpSpPr/>
                  <p:nvPr/>
                </p:nvGrpSpPr>
                <p:grpSpPr>
                  <a:xfrm>
                    <a:off x="5257971" y="1613559"/>
                    <a:ext cx="619560" cy="357113"/>
                    <a:chOff x="5257971" y="1613559"/>
                    <a:chExt cx="619560" cy="357113"/>
                  </a:xfrm>
                </p:grpSpPr>
                <p:sp>
                  <p:nvSpPr>
                    <p:cNvPr id="245" name="Rectángulo 244">
                      <a:extLst>
                        <a:ext uri="{FF2B5EF4-FFF2-40B4-BE49-F238E27FC236}">
                          <a16:creationId xmlns:a16="http://schemas.microsoft.com/office/drawing/2014/main" id="{C9B7284E-EF69-4B24-B83B-578934DAD699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57971" y="1613559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5</a:t>
                      </a:r>
                    </a:p>
                  </p:txBody>
                </p:sp>
                <p:sp>
                  <p:nvSpPr>
                    <p:cNvPr id="246" name="Rectángulo 245">
                      <a:extLst>
                        <a:ext uri="{FF2B5EF4-FFF2-40B4-BE49-F238E27FC236}">
                          <a16:creationId xmlns:a16="http://schemas.microsoft.com/office/drawing/2014/main" id="{9B347237-5DA8-441C-A522-051316553AA6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31931" y="1813510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4</a:t>
                      </a:r>
                    </a:p>
                  </p:txBody>
                </p:sp>
              </p:grpSp>
              <p:grpSp>
                <p:nvGrpSpPr>
                  <p:cNvPr id="242" name="Grupo 241">
                    <a:extLst>
                      <a:ext uri="{FF2B5EF4-FFF2-40B4-BE49-F238E27FC236}">
                        <a16:creationId xmlns:a16="http://schemas.microsoft.com/office/drawing/2014/main" id="{9FAEA70A-34E6-491B-90B3-E3B38607699C}"/>
                      </a:ext>
                    </a:extLst>
                  </p:cNvPr>
                  <p:cNvGrpSpPr/>
                  <p:nvPr/>
                </p:nvGrpSpPr>
                <p:grpSpPr>
                  <a:xfrm>
                    <a:off x="5814029" y="2019974"/>
                    <a:ext cx="624805" cy="361499"/>
                    <a:chOff x="5260950" y="1613399"/>
                    <a:chExt cx="624805" cy="361499"/>
                  </a:xfrm>
                </p:grpSpPr>
                <p:sp>
                  <p:nvSpPr>
                    <p:cNvPr id="243" name="Rectángulo 242">
                      <a:extLst>
                        <a:ext uri="{FF2B5EF4-FFF2-40B4-BE49-F238E27FC236}">
                          <a16:creationId xmlns:a16="http://schemas.microsoft.com/office/drawing/2014/main" id="{12FAE8F8-287C-4D1A-81C9-B5198EE92454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60950" y="1613399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3</a:t>
                      </a:r>
                    </a:p>
                  </p:txBody>
                </p:sp>
                <p:sp>
                  <p:nvSpPr>
                    <p:cNvPr id="244" name="Rectángulo 243">
                      <a:extLst>
                        <a:ext uri="{FF2B5EF4-FFF2-40B4-BE49-F238E27FC236}">
                          <a16:creationId xmlns:a16="http://schemas.microsoft.com/office/drawing/2014/main" id="{2D5717BF-DE6A-4D13-857B-6BFF34A28B7E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40155" y="1817736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2</a:t>
                      </a:r>
                    </a:p>
                  </p:txBody>
                </p:sp>
              </p:grpSp>
            </p:grpSp>
          </p:grpSp>
          <p:sp>
            <p:nvSpPr>
              <p:cNvPr id="238" name="Flecha: pentágono 237">
                <a:extLst>
                  <a:ext uri="{FF2B5EF4-FFF2-40B4-BE49-F238E27FC236}">
                    <a16:creationId xmlns:a16="http://schemas.microsoft.com/office/drawing/2014/main" id="{00CEF4B0-908B-4ABE-90A1-C7B2F8A3039D}"/>
                  </a:ext>
                </a:extLst>
              </p:cNvPr>
              <p:cNvSpPr/>
              <p:nvPr/>
            </p:nvSpPr>
            <p:spPr>
              <a:xfrm rot="5391296">
                <a:off x="5587994" y="4612715"/>
                <a:ext cx="276225" cy="1704063"/>
              </a:xfrm>
              <a:prstGeom prst="homePlate">
                <a:avLst/>
              </a:prstGeom>
              <a:solidFill>
                <a:schemeClr val="accent5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s-ES" b="1" dirty="0"/>
                  <a:t>ORDENAR</a:t>
                </a:r>
              </a:p>
            </p:txBody>
          </p:sp>
        </p:grpSp>
      </p:grpSp>
      <p:pic>
        <p:nvPicPr>
          <p:cNvPr id="82" name="3 Imagen">
            <a:extLst>
              <a:ext uri="{FF2B5EF4-FFF2-40B4-BE49-F238E27FC236}">
                <a16:creationId xmlns:a16="http://schemas.microsoft.com/office/drawing/2014/main" id="{68131689-7B81-4678-8AFA-5521C14899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85" name="3 Imagen">
            <a:extLst>
              <a:ext uri="{FF2B5EF4-FFF2-40B4-BE49-F238E27FC236}">
                <a16:creationId xmlns:a16="http://schemas.microsoft.com/office/drawing/2014/main" id="{185C176D-A39E-449C-A312-E34C6ADA3E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80" name="3 Imagen">
            <a:extLst>
              <a:ext uri="{FF2B5EF4-FFF2-40B4-BE49-F238E27FC236}">
                <a16:creationId xmlns:a16="http://schemas.microsoft.com/office/drawing/2014/main" id="{B7738938-16B9-40BB-9F36-46F6D44DC5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24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122D7F4-D6CA-45A9-96C0-0AE1075D8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76DA1FB6-4E8C-4FDC-9CCE-69C3A2AC1FB2}"/>
              </a:ext>
            </a:extLst>
          </p:cNvPr>
          <p:cNvGrpSpPr/>
          <p:nvPr/>
        </p:nvGrpSpPr>
        <p:grpSpPr>
          <a:xfrm>
            <a:off x="2291135" y="2446197"/>
            <a:ext cx="4860000" cy="4300623"/>
            <a:chOff x="2450161" y="2647450"/>
            <a:chExt cx="4627990" cy="4095317"/>
          </a:xfrm>
        </p:grpSpPr>
        <p:sp>
          <p:nvSpPr>
            <p:cNvPr id="10" name="Arco de bloque 9">
              <a:extLst>
                <a:ext uri="{FF2B5EF4-FFF2-40B4-BE49-F238E27FC236}">
                  <a16:creationId xmlns:a16="http://schemas.microsoft.com/office/drawing/2014/main" id="{00C4FF49-EE44-4E9C-A661-06CA54FE00F1}"/>
                </a:ext>
              </a:extLst>
            </p:cNvPr>
            <p:cNvSpPr/>
            <p:nvPr/>
          </p:nvSpPr>
          <p:spPr>
            <a:xfrm>
              <a:off x="2982835" y="2647450"/>
              <a:ext cx="3562643" cy="3562643"/>
            </a:xfrm>
            <a:prstGeom prst="blockArc">
              <a:avLst>
                <a:gd name="adj1" fmla="val 6512439"/>
                <a:gd name="adj2" fmla="val 9677372"/>
                <a:gd name="adj3" fmla="val 4727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0">
              <a:schemeClr val="accent3">
                <a:shade val="90000"/>
                <a:hueOff val="0"/>
                <a:satOff val="0"/>
                <a:lumOff val="15397"/>
                <a:alphaOff val="0"/>
              </a:schemeClr>
            </a:lnRef>
            <a:fillRef idx="1">
              <a:schemeClr val="accent3">
                <a:shade val="90000"/>
                <a:hueOff val="0"/>
                <a:satOff val="0"/>
                <a:lumOff val="15397"/>
                <a:alphaOff val="0"/>
              </a:schemeClr>
            </a:fillRef>
            <a:effectRef idx="0">
              <a:schemeClr val="accent3">
                <a:shade val="90000"/>
                <a:hueOff val="0"/>
                <a:satOff val="0"/>
                <a:lumOff val="15397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Arco de bloque 10">
              <a:extLst>
                <a:ext uri="{FF2B5EF4-FFF2-40B4-BE49-F238E27FC236}">
                  <a16:creationId xmlns:a16="http://schemas.microsoft.com/office/drawing/2014/main" id="{9736D2B1-2307-4361-BC38-A3D4F91833AC}"/>
                </a:ext>
              </a:extLst>
            </p:cNvPr>
            <p:cNvSpPr/>
            <p:nvPr/>
          </p:nvSpPr>
          <p:spPr>
            <a:xfrm>
              <a:off x="2982835" y="2647450"/>
              <a:ext cx="3562643" cy="3562643"/>
            </a:xfrm>
            <a:prstGeom prst="blockArc">
              <a:avLst>
                <a:gd name="adj1" fmla="val 1074524"/>
                <a:gd name="adj2" fmla="val 4277372"/>
                <a:gd name="adj3" fmla="val 4727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lt1">
                  <a:hueOff val="0"/>
                  <a:satOff val="0"/>
                  <a:lumOff val="0"/>
                </a:schemeClr>
              </a:solidFill>
            </a:ln>
          </p:spPr>
          <p:style>
            <a:lnRef idx="0">
              <a:schemeClr val="accent3">
                <a:shade val="90000"/>
                <a:hueOff val="0"/>
                <a:satOff val="0"/>
                <a:lumOff val="7698"/>
                <a:alphaOff val="0"/>
              </a:schemeClr>
            </a:lnRef>
            <a:fillRef idx="1">
              <a:schemeClr val="accent3">
                <a:shade val="90000"/>
                <a:hueOff val="0"/>
                <a:satOff val="0"/>
                <a:lumOff val="7698"/>
                <a:alphaOff val="0"/>
              </a:schemeClr>
            </a:fillRef>
            <a:effectRef idx="0">
              <a:schemeClr val="accent3">
                <a:shade val="90000"/>
                <a:hueOff val="0"/>
                <a:satOff val="0"/>
                <a:lumOff val="769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BAB86479-2622-4379-9222-6B3753BAFCC3}"/>
                </a:ext>
              </a:extLst>
            </p:cNvPr>
            <p:cNvSpPr/>
            <p:nvPr/>
          </p:nvSpPr>
          <p:spPr>
            <a:xfrm>
              <a:off x="3944154" y="3608770"/>
              <a:ext cx="1640004" cy="1640004"/>
            </a:xfrm>
            <a:custGeom>
              <a:avLst/>
              <a:gdLst>
                <a:gd name="connsiteX0" fmla="*/ 0 w 1640004"/>
                <a:gd name="connsiteY0" fmla="*/ 820002 h 1640004"/>
                <a:gd name="connsiteX1" fmla="*/ 820002 w 1640004"/>
                <a:gd name="connsiteY1" fmla="*/ 0 h 1640004"/>
                <a:gd name="connsiteX2" fmla="*/ 1640004 w 1640004"/>
                <a:gd name="connsiteY2" fmla="*/ 820002 h 1640004"/>
                <a:gd name="connsiteX3" fmla="*/ 820002 w 1640004"/>
                <a:gd name="connsiteY3" fmla="*/ 1640004 h 1640004"/>
                <a:gd name="connsiteX4" fmla="*/ 0 w 1640004"/>
                <a:gd name="connsiteY4" fmla="*/ 820002 h 164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0004" h="1640004">
                  <a:moveTo>
                    <a:pt x="0" y="820002"/>
                  </a:moveTo>
                  <a:cubicBezTo>
                    <a:pt x="0" y="367127"/>
                    <a:pt x="367127" y="0"/>
                    <a:pt x="820002" y="0"/>
                  </a:cubicBezTo>
                  <a:cubicBezTo>
                    <a:pt x="1272877" y="0"/>
                    <a:pt x="1640004" y="367127"/>
                    <a:pt x="1640004" y="820002"/>
                  </a:cubicBezTo>
                  <a:cubicBezTo>
                    <a:pt x="1640004" y="1272877"/>
                    <a:pt x="1272877" y="1640004"/>
                    <a:pt x="820002" y="1640004"/>
                  </a:cubicBezTo>
                  <a:cubicBezTo>
                    <a:pt x="367127" y="1640004"/>
                    <a:pt x="0" y="1272877"/>
                    <a:pt x="0" y="820002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8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0653" tIns="270653" rIns="270653" bIns="270653" numCol="1" spcCol="1270" anchor="ctr" anchorCtr="0">
              <a:noAutofit/>
            </a:bodyPr>
            <a:lstStyle/>
            <a:p>
              <a:pPr algn="ctr" defTabSz="106677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_tradnl" sz="2000" b="1" dirty="0">
                  <a:solidFill>
                    <a:schemeClr val="tx1"/>
                  </a:solidFill>
                </a:rPr>
                <a:t>ORDENAR</a:t>
              </a:r>
              <a:endParaRPr lang="es-E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60686884-4830-4F42-9B17-7FB078E82021}"/>
                </a:ext>
              </a:extLst>
            </p:cNvPr>
            <p:cNvSpPr/>
            <p:nvPr/>
          </p:nvSpPr>
          <p:spPr>
            <a:xfrm>
              <a:off x="5930148" y="3854770"/>
              <a:ext cx="1148003" cy="1148003"/>
            </a:xfrm>
            <a:custGeom>
              <a:avLst/>
              <a:gdLst>
                <a:gd name="connsiteX0" fmla="*/ 0 w 1148003"/>
                <a:gd name="connsiteY0" fmla="*/ 574002 h 1148003"/>
                <a:gd name="connsiteX1" fmla="*/ 574002 w 1148003"/>
                <a:gd name="connsiteY1" fmla="*/ 0 h 1148003"/>
                <a:gd name="connsiteX2" fmla="*/ 1148004 w 1148003"/>
                <a:gd name="connsiteY2" fmla="*/ 574002 h 1148003"/>
                <a:gd name="connsiteX3" fmla="*/ 574002 w 1148003"/>
                <a:gd name="connsiteY3" fmla="*/ 1148004 h 1148003"/>
                <a:gd name="connsiteX4" fmla="*/ 0 w 1148003"/>
                <a:gd name="connsiteY4" fmla="*/ 574002 h 1148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8003" h="1148003">
                  <a:moveTo>
                    <a:pt x="0" y="574002"/>
                  </a:moveTo>
                  <a:cubicBezTo>
                    <a:pt x="0" y="256989"/>
                    <a:pt x="256989" y="0"/>
                    <a:pt x="574002" y="0"/>
                  </a:cubicBezTo>
                  <a:cubicBezTo>
                    <a:pt x="891015" y="0"/>
                    <a:pt x="1148004" y="256989"/>
                    <a:pt x="1148004" y="574002"/>
                  </a:cubicBezTo>
                  <a:cubicBezTo>
                    <a:pt x="1148004" y="891015"/>
                    <a:pt x="891015" y="1148004"/>
                    <a:pt x="574002" y="1148004"/>
                  </a:cubicBezTo>
                  <a:cubicBezTo>
                    <a:pt x="256989" y="1148004"/>
                    <a:pt x="0" y="891015"/>
                    <a:pt x="0" y="5740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9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2091" tIns="182091" rIns="182091" bIns="182091" numCol="1" spcCol="1270" anchor="ctr" anchorCtr="0">
              <a:noAutofit/>
            </a:bodyPr>
            <a:lstStyle/>
            <a:p>
              <a:pPr algn="ctr" defTabSz="48893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100" b="1" dirty="0">
                  <a:solidFill>
                    <a:schemeClr val="tx1"/>
                  </a:solidFill>
                </a:rPr>
                <a:t>CLASIFICAR</a:t>
              </a:r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B57DC8A2-D672-4965-8E99-209DEE714F56}"/>
                </a:ext>
              </a:extLst>
            </p:cNvPr>
            <p:cNvSpPr/>
            <p:nvPr/>
          </p:nvSpPr>
          <p:spPr>
            <a:xfrm>
              <a:off x="4190155" y="5594764"/>
              <a:ext cx="1148003" cy="1148003"/>
            </a:xfrm>
            <a:custGeom>
              <a:avLst/>
              <a:gdLst>
                <a:gd name="connsiteX0" fmla="*/ 0 w 1148003"/>
                <a:gd name="connsiteY0" fmla="*/ 574002 h 1148003"/>
                <a:gd name="connsiteX1" fmla="*/ 574002 w 1148003"/>
                <a:gd name="connsiteY1" fmla="*/ 0 h 1148003"/>
                <a:gd name="connsiteX2" fmla="*/ 1148004 w 1148003"/>
                <a:gd name="connsiteY2" fmla="*/ 574002 h 1148003"/>
                <a:gd name="connsiteX3" fmla="*/ 574002 w 1148003"/>
                <a:gd name="connsiteY3" fmla="*/ 1148004 h 1148003"/>
                <a:gd name="connsiteX4" fmla="*/ 0 w 1148003"/>
                <a:gd name="connsiteY4" fmla="*/ 574002 h 1148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8003" h="1148003">
                  <a:moveTo>
                    <a:pt x="0" y="574002"/>
                  </a:moveTo>
                  <a:cubicBezTo>
                    <a:pt x="0" y="256989"/>
                    <a:pt x="256989" y="0"/>
                    <a:pt x="574002" y="0"/>
                  </a:cubicBezTo>
                  <a:cubicBezTo>
                    <a:pt x="891015" y="0"/>
                    <a:pt x="1148004" y="256989"/>
                    <a:pt x="1148004" y="574002"/>
                  </a:cubicBezTo>
                  <a:cubicBezTo>
                    <a:pt x="1148004" y="891015"/>
                    <a:pt x="891015" y="1148004"/>
                    <a:pt x="574002" y="1148004"/>
                  </a:cubicBezTo>
                  <a:cubicBezTo>
                    <a:pt x="256989" y="1148004"/>
                    <a:pt x="0" y="891015"/>
                    <a:pt x="0" y="574002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76667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13333"/>
              </a:schemeClr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-13333"/>
              </a:schemeClr>
            </a:effectRef>
            <a:fontRef idx="minor">
              <a:schemeClr val="lt1"/>
            </a:fontRef>
          </p:style>
          <p:txBody>
            <a:bodyPr spcFirstLastPara="0" vert="horz" wrap="square" lIns="182091" tIns="182091" rIns="182091" bIns="182091" numCol="1" spcCol="1270" anchor="ctr" anchorCtr="0">
              <a:noAutofit/>
            </a:bodyPr>
            <a:lstStyle/>
            <a:p>
              <a:pPr algn="ctr" defTabSz="48893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100" b="1" dirty="0">
                  <a:solidFill>
                    <a:schemeClr val="tx1"/>
                  </a:solidFill>
                </a:rPr>
                <a:t>INVENTARIAR</a:t>
              </a:r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2CB4A527-7E87-4C3D-95D8-36AB13D688E8}"/>
                </a:ext>
              </a:extLst>
            </p:cNvPr>
            <p:cNvSpPr/>
            <p:nvPr/>
          </p:nvSpPr>
          <p:spPr>
            <a:xfrm>
              <a:off x="2450161" y="3854770"/>
              <a:ext cx="1148003" cy="1148003"/>
            </a:xfrm>
            <a:custGeom>
              <a:avLst/>
              <a:gdLst>
                <a:gd name="connsiteX0" fmla="*/ 0 w 1148003"/>
                <a:gd name="connsiteY0" fmla="*/ 574002 h 1148003"/>
                <a:gd name="connsiteX1" fmla="*/ 574002 w 1148003"/>
                <a:gd name="connsiteY1" fmla="*/ 0 h 1148003"/>
                <a:gd name="connsiteX2" fmla="*/ 1148004 w 1148003"/>
                <a:gd name="connsiteY2" fmla="*/ 574002 h 1148003"/>
                <a:gd name="connsiteX3" fmla="*/ 574002 w 1148003"/>
                <a:gd name="connsiteY3" fmla="*/ 1148004 h 1148003"/>
                <a:gd name="connsiteX4" fmla="*/ 0 w 1148003"/>
                <a:gd name="connsiteY4" fmla="*/ 574002 h 1148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8003" h="1148003">
                  <a:moveTo>
                    <a:pt x="0" y="574002"/>
                  </a:moveTo>
                  <a:cubicBezTo>
                    <a:pt x="0" y="256989"/>
                    <a:pt x="256989" y="0"/>
                    <a:pt x="574002" y="0"/>
                  </a:cubicBezTo>
                  <a:cubicBezTo>
                    <a:pt x="891015" y="0"/>
                    <a:pt x="1148004" y="256989"/>
                    <a:pt x="1148004" y="574002"/>
                  </a:cubicBezTo>
                  <a:cubicBezTo>
                    <a:pt x="1148004" y="891015"/>
                    <a:pt x="891015" y="1148004"/>
                    <a:pt x="574002" y="1148004"/>
                  </a:cubicBezTo>
                  <a:cubicBezTo>
                    <a:pt x="256989" y="1148004"/>
                    <a:pt x="0" y="891015"/>
                    <a:pt x="0" y="574002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63333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26667"/>
              </a:schemeClr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-26667"/>
              </a:schemeClr>
            </a:effectRef>
            <a:fontRef idx="minor">
              <a:schemeClr val="lt1"/>
            </a:fontRef>
          </p:style>
          <p:txBody>
            <a:bodyPr spcFirstLastPara="0" vert="horz" wrap="square" lIns="182091" tIns="182091" rIns="182091" bIns="182091" numCol="1" spcCol="1270" anchor="ctr" anchorCtr="0">
              <a:noAutofit/>
            </a:bodyPr>
            <a:lstStyle/>
            <a:p>
              <a:pPr algn="ctr" defTabSz="48893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100" b="1" dirty="0">
                  <a:solidFill>
                    <a:schemeClr val="tx1"/>
                  </a:solidFill>
                </a:rPr>
                <a:t>UBICAR</a:t>
              </a:r>
            </a:p>
          </p:txBody>
        </p:sp>
      </p:grpSp>
      <p:sp>
        <p:nvSpPr>
          <p:cNvPr id="6" name="Rectángulo 5">
            <a:extLst>
              <a:ext uri="{FF2B5EF4-FFF2-40B4-BE49-F238E27FC236}">
                <a16:creationId xmlns:a16="http://schemas.microsoft.com/office/drawing/2014/main" id="{11EF5FFD-5727-463A-A878-CD839F71DCF2}"/>
              </a:ext>
            </a:extLst>
          </p:cNvPr>
          <p:cNvSpPr/>
          <p:nvPr/>
        </p:nvSpPr>
        <p:spPr>
          <a:xfrm>
            <a:off x="3389692" y="2498751"/>
            <a:ext cx="2555888" cy="646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Encontrar fácilmente lo que estamos buscando. </a:t>
            </a:r>
          </a:p>
        </p:txBody>
      </p:sp>
      <p:sp>
        <p:nvSpPr>
          <p:cNvPr id="168" name="Rectángulo 167">
            <a:extLst>
              <a:ext uri="{FF2B5EF4-FFF2-40B4-BE49-F238E27FC236}">
                <a16:creationId xmlns:a16="http://schemas.microsoft.com/office/drawing/2014/main" id="{40FC8B6A-9241-43CD-AB50-7941DDE2BC9A}"/>
              </a:ext>
            </a:extLst>
          </p:cNvPr>
          <p:cNvSpPr/>
          <p:nvPr/>
        </p:nvSpPr>
        <p:spPr>
          <a:xfrm>
            <a:off x="5" y="6793572"/>
            <a:ext cx="903889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dirty="0">
                <a:solidFill>
                  <a:srgbClr val="383131"/>
                </a:solidFill>
                <a:latin typeface="PTSansRegular"/>
              </a:rPr>
              <a:t>Consiste en </a:t>
            </a:r>
            <a:r>
              <a:rPr lang="es-ES" sz="1600" b="1" dirty="0">
                <a:solidFill>
                  <a:srgbClr val="383131"/>
                </a:solidFill>
                <a:latin typeface="PTSansRegular"/>
              </a:rPr>
              <a:t>ordenar</a:t>
            </a:r>
            <a:r>
              <a:rPr lang="es-ES" sz="1600" dirty="0">
                <a:solidFill>
                  <a:srgbClr val="383131"/>
                </a:solidFill>
                <a:latin typeface="PTSansRegular"/>
              </a:rPr>
              <a:t> para  clasificar los elementos necesarios que hemos identificado en la 1ª S y que puedan ser encontrados con facilidad. Es importante inventariar los elementos para luego ubicarlos en el lugar mas apropiado para su uso y gestión</a:t>
            </a:r>
            <a:r>
              <a:rPr lang="es-ES" sz="1600" dirty="0"/>
              <a:t>.</a:t>
            </a:r>
            <a:r>
              <a:rPr lang="es-ES" sz="1600" dirty="0">
                <a:solidFill>
                  <a:srgbClr val="383131"/>
                </a:solidFill>
                <a:latin typeface="PTSansRegular"/>
              </a:rPr>
              <a:t> Aparecen los primeros estándar.</a:t>
            </a:r>
          </a:p>
          <a:p>
            <a:r>
              <a:rPr lang="es-ES" sz="1600" dirty="0">
                <a:solidFill>
                  <a:srgbClr val="383131"/>
                </a:solidFill>
                <a:latin typeface="PTSansRegular"/>
              </a:rPr>
              <a:t> </a:t>
            </a:r>
          </a:p>
        </p:txBody>
      </p:sp>
      <p:pic>
        <p:nvPicPr>
          <p:cNvPr id="169" name="3 Imagen">
            <a:extLst>
              <a:ext uri="{FF2B5EF4-FFF2-40B4-BE49-F238E27FC236}">
                <a16:creationId xmlns:a16="http://schemas.microsoft.com/office/drawing/2014/main" id="{D4091C31-45ED-4F07-A503-9E1AE8F2DFE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170" name="3 Imagen">
            <a:extLst>
              <a:ext uri="{FF2B5EF4-FFF2-40B4-BE49-F238E27FC236}">
                <a16:creationId xmlns:a16="http://schemas.microsoft.com/office/drawing/2014/main" id="{BE764EA7-1AD2-40BD-AD7E-551732F39BB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14" name="3 Imagen">
            <a:extLst>
              <a:ext uri="{FF2B5EF4-FFF2-40B4-BE49-F238E27FC236}">
                <a16:creationId xmlns:a16="http://schemas.microsoft.com/office/drawing/2014/main" id="{F3AB065D-69D1-475F-B68A-763C3BF93B9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435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7C4B8BB0-A5FA-4414-AAB8-928535F90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25" name="3 Imagen">
            <a:extLst>
              <a:ext uri="{FF2B5EF4-FFF2-40B4-BE49-F238E27FC236}">
                <a16:creationId xmlns:a16="http://schemas.microsoft.com/office/drawing/2014/main" id="{8676ADB2-C10F-4D00-888B-78E0B6CA4DF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26" name="3 Imagen">
            <a:extLst>
              <a:ext uri="{FF2B5EF4-FFF2-40B4-BE49-F238E27FC236}">
                <a16:creationId xmlns:a16="http://schemas.microsoft.com/office/drawing/2014/main" id="{3CE4416A-E82F-4B64-A604-7CAD631D0A4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3E68A2B2-997A-4C1D-816A-1277E678E4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8101580"/>
              </p:ext>
            </p:extLst>
          </p:nvPr>
        </p:nvGraphicFramePr>
        <p:xfrm>
          <a:off x="473725" y="3007605"/>
          <a:ext cx="8305834" cy="50347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6" name="3 Imagen">
            <a:extLst>
              <a:ext uri="{FF2B5EF4-FFF2-40B4-BE49-F238E27FC236}">
                <a16:creationId xmlns:a16="http://schemas.microsoft.com/office/drawing/2014/main" id="{8B599E68-E5F5-49C6-A554-52BE334B161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679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3CB08A6D-5881-4BB6-9C8B-984190C4E192}"/>
              </a:ext>
            </a:extLst>
          </p:cNvPr>
          <p:cNvSpPr/>
          <p:nvPr/>
        </p:nvSpPr>
        <p:spPr>
          <a:xfrm>
            <a:off x="510215" y="4051434"/>
            <a:ext cx="812358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Facilita y mejorar el control visual.</a:t>
            </a:r>
          </a:p>
          <a:p>
            <a:pPr algn="ctr"/>
            <a:r>
              <a:rPr lang="es-ES" sz="2000" b="1" dirty="0"/>
              <a:t>Eliminar las pérdidas de productos o elementos.</a:t>
            </a:r>
          </a:p>
          <a:p>
            <a:pPr algn="ctr"/>
            <a:r>
              <a:rPr lang="es-ES" sz="2000" b="1" dirty="0"/>
              <a:t>Mayor cumplimiento de las órdenes de trabajo</a:t>
            </a:r>
          </a:p>
          <a:p>
            <a:pPr algn="ctr"/>
            <a:r>
              <a:rPr lang="es-ES" sz="2000" b="1" dirty="0"/>
              <a:t>Facilita el mantenimiento autónomo de máquinas, evitando averías.</a:t>
            </a:r>
          </a:p>
          <a:p>
            <a:pPr algn="ctr"/>
            <a:r>
              <a:rPr lang="es-ES" sz="2000" b="1" dirty="0"/>
              <a:t>Todo el miembro de la organización puede encontrar fácilmente lo que está buscando sin necesidad de estar totalmente familiarizado con el entorno.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7C4B8BB0-A5FA-4414-AAB8-928535F90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7B2B9D69-425B-40F3-A956-2C0C8B6555D8}"/>
              </a:ext>
            </a:extLst>
          </p:cNvPr>
          <p:cNvSpPr/>
          <p:nvPr/>
        </p:nvSpPr>
        <p:spPr>
          <a:xfrm>
            <a:off x="159030" y="3399099"/>
            <a:ext cx="89849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dirty="0">
                <a:solidFill>
                  <a:srgbClr val="000000"/>
                </a:solidFill>
                <a:latin typeface="Roboto Slab"/>
              </a:rPr>
              <a:t> </a:t>
            </a:r>
            <a:r>
              <a:rPr lang="es-ES" sz="2800" b="1" i="1" dirty="0">
                <a:solidFill>
                  <a:srgbClr val="000000"/>
                </a:solidFill>
                <a:latin typeface="Roboto Slab"/>
              </a:rPr>
              <a:t>“Un lugar para cada cosa, y cada cosa en su lugar”</a:t>
            </a:r>
            <a:endParaRPr lang="es-ES" sz="2800" dirty="0"/>
          </a:p>
        </p:txBody>
      </p:sp>
      <p:pic>
        <p:nvPicPr>
          <p:cNvPr id="25" name="3 Imagen">
            <a:extLst>
              <a:ext uri="{FF2B5EF4-FFF2-40B4-BE49-F238E27FC236}">
                <a16:creationId xmlns:a16="http://schemas.microsoft.com/office/drawing/2014/main" id="{8676ADB2-C10F-4D00-888B-78E0B6CA4DF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26" name="3 Imagen">
            <a:extLst>
              <a:ext uri="{FF2B5EF4-FFF2-40B4-BE49-F238E27FC236}">
                <a16:creationId xmlns:a16="http://schemas.microsoft.com/office/drawing/2014/main" id="{3CE4416A-E82F-4B64-A604-7CAD631D0A4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sp>
        <p:nvSpPr>
          <p:cNvPr id="27" name="Forma libre: forma 26">
            <a:extLst>
              <a:ext uri="{FF2B5EF4-FFF2-40B4-BE49-F238E27FC236}">
                <a16:creationId xmlns:a16="http://schemas.microsoft.com/office/drawing/2014/main" id="{5769E156-C2B0-4696-9AA9-1DEFA6F1F842}"/>
              </a:ext>
            </a:extLst>
          </p:cNvPr>
          <p:cNvSpPr/>
          <p:nvPr/>
        </p:nvSpPr>
        <p:spPr>
          <a:xfrm>
            <a:off x="3592417" y="1387583"/>
            <a:ext cx="1764000" cy="783503"/>
          </a:xfrm>
          <a:custGeom>
            <a:avLst/>
            <a:gdLst>
              <a:gd name="connsiteX0" fmla="*/ 0 w 1205388"/>
              <a:gd name="connsiteY0" fmla="*/ 130586 h 783502"/>
              <a:gd name="connsiteX1" fmla="*/ 130586 w 1205388"/>
              <a:gd name="connsiteY1" fmla="*/ 0 h 783502"/>
              <a:gd name="connsiteX2" fmla="*/ 1074802 w 1205388"/>
              <a:gd name="connsiteY2" fmla="*/ 0 h 783502"/>
              <a:gd name="connsiteX3" fmla="*/ 1205388 w 1205388"/>
              <a:gd name="connsiteY3" fmla="*/ 130586 h 783502"/>
              <a:gd name="connsiteX4" fmla="*/ 1205388 w 1205388"/>
              <a:gd name="connsiteY4" fmla="*/ 652916 h 783502"/>
              <a:gd name="connsiteX5" fmla="*/ 1074802 w 1205388"/>
              <a:gd name="connsiteY5" fmla="*/ 783502 h 783502"/>
              <a:gd name="connsiteX6" fmla="*/ 130586 w 1205388"/>
              <a:gd name="connsiteY6" fmla="*/ 783502 h 783502"/>
              <a:gd name="connsiteX7" fmla="*/ 0 w 1205388"/>
              <a:gd name="connsiteY7" fmla="*/ 652916 h 783502"/>
              <a:gd name="connsiteX8" fmla="*/ 0 w 1205388"/>
              <a:gd name="connsiteY8" fmla="*/ 130586 h 78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05388" h="783502">
                <a:moveTo>
                  <a:pt x="0" y="130586"/>
                </a:moveTo>
                <a:cubicBezTo>
                  <a:pt x="0" y="58465"/>
                  <a:pt x="58465" y="0"/>
                  <a:pt x="130586" y="0"/>
                </a:cubicBezTo>
                <a:lnTo>
                  <a:pt x="1074802" y="0"/>
                </a:lnTo>
                <a:cubicBezTo>
                  <a:pt x="1146923" y="0"/>
                  <a:pt x="1205388" y="58465"/>
                  <a:pt x="1205388" y="130586"/>
                </a:cubicBezTo>
                <a:lnTo>
                  <a:pt x="1205388" y="652916"/>
                </a:lnTo>
                <a:cubicBezTo>
                  <a:pt x="1205388" y="725037"/>
                  <a:pt x="1146923" y="783502"/>
                  <a:pt x="1074802" y="783502"/>
                </a:cubicBezTo>
                <a:lnTo>
                  <a:pt x="130586" y="783502"/>
                </a:lnTo>
                <a:cubicBezTo>
                  <a:pt x="58465" y="783502"/>
                  <a:pt x="0" y="725037"/>
                  <a:pt x="0" y="652916"/>
                </a:cubicBezTo>
                <a:lnTo>
                  <a:pt x="0" y="130586"/>
                </a:lnTo>
                <a:close/>
              </a:path>
            </a:pathLst>
          </a:custGeom>
          <a:solidFill>
            <a:schemeClr val="accent5">
              <a:lumMod val="75000"/>
              <a:alpha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8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0653" tIns="270653" rIns="270653" bIns="270653" numCol="1" spcCol="1270" anchor="ctr" anchorCtr="0">
            <a:noAutofit/>
          </a:bodyPr>
          <a:lstStyle/>
          <a:p>
            <a:pPr algn="ctr" defTabSz="1066773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000" b="1" dirty="0">
                <a:solidFill>
                  <a:schemeClr val="tx1"/>
                </a:solidFill>
              </a:rPr>
              <a:t>VENTAJAS</a:t>
            </a:r>
          </a:p>
        </p:txBody>
      </p:sp>
      <p:pic>
        <p:nvPicPr>
          <p:cNvPr id="8" name="3 Imagen">
            <a:extLst>
              <a:ext uri="{FF2B5EF4-FFF2-40B4-BE49-F238E27FC236}">
                <a16:creationId xmlns:a16="http://schemas.microsoft.com/office/drawing/2014/main" id="{6227812B-6468-4E01-884E-47F674EABE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422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lecha: pentágono 47">
            <a:extLst>
              <a:ext uri="{FF2B5EF4-FFF2-40B4-BE49-F238E27FC236}">
                <a16:creationId xmlns:a16="http://schemas.microsoft.com/office/drawing/2014/main" id="{0BC759E2-FD86-4DE4-A0A3-9FB092F1AC5A}"/>
              </a:ext>
            </a:extLst>
          </p:cNvPr>
          <p:cNvSpPr/>
          <p:nvPr/>
        </p:nvSpPr>
        <p:spPr>
          <a:xfrm rot="16200000">
            <a:off x="1585470" y="64250"/>
            <a:ext cx="441588" cy="2724202"/>
          </a:xfrm>
          <a:prstGeom prst="homePlat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es-ES" b="1" dirty="0"/>
              <a:t>ORDENAR</a:t>
            </a:r>
          </a:p>
        </p:txBody>
      </p:sp>
      <p:sp>
        <p:nvSpPr>
          <p:cNvPr id="13336" name="Elipse 13335">
            <a:extLst>
              <a:ext uri="{FF2B5EF4-FFF2-40B4-BE49-F238E27FC236}">
                <a16:creationId xmlns:a16="http://schemas.microsoft.com/office/drawing/2014/main" id="{5960E5A8-37A3-4021-97C8-9E6153D7BE08}"/>
              </a:ext>
            </a:extLst>
          </p:cNvPr>
          <p:cNvSpPr/>
          <p:nvPr/>
        </p:nvSpPr>
        <p:spPr>
          <a:xfrm>
            <a:off x="6781270" y="1515192"/>
            <a:ext cx="1394295" cy="134712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600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3335" name="Conector: curvado 13334">
            <a:extLst>
              <a:ext uri="{FF2B5EF4-FFF2-40B4-BE49-F238E27FC236}">
                <a16:creationId xmlns:a16="http://schemas.microsoft.com/office/drawing/2014/main" id="{F8879E0D-7E8C-43F4-83F1-411A59C6EBD8}"/>
              </a:ext>
            </a:extLst>
          </p:cNvPr>
          <p:cNvCxnSpPr>
            <a:cxnSpLocks/>
            <a:stCxn id="13317" idx="6"/>
            <a:endCxn id="119" idx="4"/>
          </p:cNvCxnSpPr>
          <p:nvPr/>
        </p:nvCxnSpPr>
        <p:spPr>
          <a:xfrm flipH="1" flipV="1">
            <a:off x="2934570" y="6155742"/>
            <a:ext cx="349111" cy="943251"/>
          </a:xfrm>
          <a:prstGeom prst="curvedConnector4">
            <a:avLst>
              <a:gd name="adj1" fmla="val -65481"/>
              <a:gd name="adj2" fmla="val 69083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Conector: curvado 131">
            <a:extLst>
              <a:ext uri="{FF2B5EF4-FFF2-40B4-BE49-F238E27FC236}">
                <a16:creationId xmlns:a16="http://schemas.microsoft.com/office/drawing/2014/main" id="{8239F9F1-401D-42E6-88C7-04F66BF5E02E}"/>
              </a:ext>
            </a:extLst>
          </p:cNvPr>
          <p:cNvCxnSpPr>
            <a:cxnSpLocks/>
            <a:stCxn id="119" idx="6"/>
            <a:endCxn id="120" idx="4"/>
          </p:cNvCxnSpPr>
          <p:nvPr/>
        </p:nvCxnSpPr>
        <p:spPr>
          <a:xfrm flipH="1" flipV="1">
            <a:off x="2923682" y="4919567"/>
            <a:ext cx="370891" cy="876172"/>
          </a:xfrm>
          <a:prstGeom prst="curvedConnector4">
            <a:avLst>
              <a:gd name="adj1" fmla="val -61636"/>
              <a:gd name="adj2" fmla="val 70544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Conector: curvado 134">
            <a:extLst>
              <a:ext uri="{FF2B5EF4-FFF2-40B4-BE49-F238E27FC236}">
                <a16:creationId xmlns:a16="http://schemas.microsoft.com/office/drawing/2014/main" id="{D41879E7-A595-46EF-8061-FB9F73C4D8D7}"/>
              </a:ext>
            </a:extLst>
          </p:cNvPr>
          <p:cNvCxnSpPr>
            <a:cxnSpLocks/>
            <a:stCxn id="120" idx="6"/>
            <a:endCxn id="123" idx="4"/>
          </p:cNvCxnSpPr>
          <p:nvPr/>
        </p:nvCxnSpPr>
        <p:spPr>
          <a:xfrm flipH="1" flipV="1">
            <a:off x="2934913" y="3728891"/>
            <a:ext cx="348769" cy="830676"/>
          </a:xfrm>
          <a:prstGeom prst="curvedConnector4">
            <a:avLst>
              <a:gd name="adj1" fmla="val -65545"/>
              <a:gd name="adj2" fmla="val 71669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Conector: curvado 138">
            <a:extLst>
              <a:ext uri="{FF2B5EF4-FFF2-40B4-BE49-F238E27FC236}">
                <a16:creationId xmlns:a16="http://schemas.microsoft.com/office/drawing/2014/main" id="{0D4CCF03-76A3-4284-B6A6-77B5FCB0E632}"/>
              </a:ext>
            </a:extLst>
          </p:cNvPr>
          <p:cNvCxnSpPr>
            <a:cxnSpLocks/>
            <a:stCxn id="123" idx="6"/>
            <a:endCxn id="125" idx="4"/>
          </p:cNvCxnSpPr>
          <p:nvPr/>
        </p:nvCxnSpPr>
        <p:spPr>
          <a:xfrm flipH="1" flipV="1">
            <a:off x="2893628" y="2519503"/>
            <a:ext cx="401285" cy="849388"/>
          </a:xfrm>
          <a:prstGeom prst="curvedConnector4">
            <a:avLst>
              <a:gd name="adj1" fmla="val -56967"/>
              <a:gd name="adj2" fmla="val 71192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Conector recto de flecha 100">
            <a:extLst>
              <a:ext uri="{FF2B5EF4-FFF2-40B4-BE49-F238E27FC236}">
                <a16:creationId xmlns:a16="http://schemas.microsoft.com/office/drawing/2014/main" id="{56E53B29-6A0D-4E0B-B4A1-B63D5996AB4F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3253625" y="2153875"/>
            <a:ext cx="861179" cy="5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379DCB5D-E5D8-4680-9E70-FFD1AD925820}"/>
              </a:ext>
            </a:extLst>
          </p:cNvPr>
          <p:cNvGrpSpPr/>
          <p:nvPr/>
        </p:nvGrpSpPr>
        <p:grpSpPr>
          <a:xfrm>
            <a:off x="401133" y="1799509"/>
            <a:ext cx="2893779" cy="5903753"/>
            <a:chOff x="401128" y="728733"/>
            <a:chExt cx="2893779" cy="5903753"/>
          </a:xfrm>
        </p:grpSpPr>
        <p:grpSp>
          <p:nvGrpSpPr>
            <p:cNvPr id="13331" name="Grupo 13330">
              <a:extLst>
                <a:ext uri="{FF2B5EF4-FFF2-40B4-BE49-F238E27FC236}">
                  <a16:creationId xmlns:a16="http://schemas.microsoft.com/office/drawing/2014/main" id="{EEF9AAC3-DE7E-45E8-888F-0AE235A256B0}"/>
                </a:ext>
              </a:extLst>
            </p:cNvPr>
            <p:cNvGrpSpPr/>
            <p:nvPr/>
          </p:nvGrpSpPr>
          <p:grpSpPr>
            <a:xfrm>
              <a:off x="401128" y="728733"/>
              <a:ext cx="2893779" cy="5903753"/>
              <a:chOff x="3632349" y="715085"/>
              <a:chExt cx="2893779" cy="5903753"/>
            </a:xfrm>
          </p:grpSpPr>
          <p:grpSp>
            <p:nvGrpSpPr>
              <p:cNvPr id="13320" name="Grupo 13319">
                <a:extLst>
                  <a:ext uri="{FF2B5EF4-FFF2-40B4-BE49-F238E27FC236}">
                    <a16:creationId xmlns:a16="http://schemas.microsoft.com/office/drawing/2014/main" id="{5047FE74-111C-4F0F-AD4F-5600932881F1}"/>
                  </a:ext>
                </a:extLst>
              </p:cNvPr>
              <p:cNvGrpSpPr/>
              <p:nvPr/>
            </p:nvGrpSpPr>
            <p:grpSpPr>
              <a:xfrm>
                <a:off x="3671693" y="5654571"/>
                <a:ext cx="2843204" cy="964267"/>
                <a:chOff x="3654728" y="5704557"/>
                <a:chExt cx="2843204" cy="964267"/>
              </a:xfrm>
            </p:grpSpPr>
            <p:grpSp>
              <p:nvGrpSpPr>
                <p:cNvPr id="37" name="Grupo 36">
                  <a:extLst>
                    <a:ext uri="{FF2B5EF4-FFF2-40B4-BE49-F238E27FC236}">
                      <a16:creationId xmlns:a16="http://schemas.microsoft.com/office/drawing/2014/main" id="{47C14777-8E24-42CE-A873-2DF1486A4C6E}"/>
                    </a:ext>
                  </a:extLst>
                </p:cNvPr>
                <p:cNvGrpSpPr/>
                <p:nvPr/>
              </p:nvGrpSpPr>
              <p:grpSpPr>
                <a:xfrm>
                  <a:off x="3654728" y="5751289"/>
                  <a:ext cx="2051516" cy="917535"/>
                  <a:chOff x="2152289" y="5805948"/>
                  <a:chExt cx="2051516" cy="917535"/>
                </a:xfrm>
              </p:grpSpPr>
              <p:sp>
                <p:nvSpPr>
                  <p:cNvPr id="22" name="Forma libre: forma 21">
                    <a:extLst>
                      <a:ext uri="{FF2B5EF4-FFF2-40B4-BE49-F238E27FC236}">
                        <a16:creationId xmlns:a16="http://schemas.microsoft.com/office/drawing/2014/main" id="{C7BA343D-535B-4C86-9FC2-85E29BE9FEFD}"/>
                      </a:ext>
                    </a:extLst>
                  </p:cNvPr>
                  <p:cNvSpPr/>
                  <p:nvPr/>
                </p:nvSpPr>
                <p:spPr>
                  <a:xfrm>
                    <a:off x="2597626" y="5911124"/>
                    <a:ext cx="1606178" cy="416185"/>
                  </a:xfrm>
                  <a:custGeom>
                    <a:avLst/>
                    <a:gdLst>
                      <a:gd name="connsiteX0" fmla="*/ 0 w 1036768"/>
                      <a:gd name="connsiteY0" fmla="*/ 46342 h 278048"/>
                      <a:gd name="connsiteX1" fmla="*/ 46342 w 1036768"/>
                      <a:gd name="connsiteY1" fmla="*/ 0 h 278048"/>
                      <a:gd name="connsiteX2" fmla="*/ 990426 w 1036768"/>
                      <a:gd name="connsiteY2" fmla="*/ 0 h 278048"/>
                      <a:gd name="connsiteX3" fmla="*/ 1036768 w 1036768"/>
                      <a:gd name="connsiteY3" fmla="*/ 46342 h 278048"/>
                      <a:gd name="connsiteX4" fmla="*/ 1036768 w 1036768"/>
                      <a:gd name="connsiteY4" fmla="*/ 231706 h 278048"/>
                      <a:gd name="connsiteX5" fmla="*/ 990426 w 1036768"/>
                      <a:gd name="connsiteY5" fmla="*/ 278048 h 278048"/>
                      <a:gd name="connsiteX6" fmla="*/ 46342 w 1036768"/>
                      <a:gd name="connsiteY6" fmla="*/ 278048 h 278048"/>
                      <a:gd name="connsiteX7" fmla="*/ 0 w 1036768"/>
                      <a:gd name="connsiteY7" fmla="*/ 231706 h 278048"/>
                      <a:gd name="connsiteX8" fmla="*/ 0 w 1036768"/>
                      <a:gd name="connsiteY8" fmla="*/ 46342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6768" h="278048">
                        <a:moveTo>
                          <a:pt x="0" y="46342"/>
                        </a:moveTo>
                        <a:cubicBezTo>
                          <a:pt x="0" y="20748"/>
                          <a:pt x="20748" y="0"/>
                          <a:pt x="46342" y="0"/>
                        </a:cubicBezTo>
                        <a:lnTo>
                          <a:pt x="990426" y="0"/>
                        </a:lnTo>
                        <a:cubicBezTo>
                          <a:pt x="1016020" y="0"/>
                          <a:pt x="1036768" y="20748"/>
                          <a:pt x="1036768" y="46342"/>
                        </a:cubicBezTo>
                        <a:lnTo>
                          <a:pt x="1036768" y="231706"/>
                        </a:lnTo>
                        <a:cubicBezTo>
                          <a:pt x="1036768" y="257300"/>
                          <a:pt x="1016020" y="278048"/>
                          <a:pt x="990426" y="278048"/>
                        </a:cubicBezTo>
                        <a:lnTo>
                          <a:pt x="46342" y="278048"/>
                        </a:lnTo>
                        <a:cubicBezTo>
                          <a:pt x="20748" y="278048"/>
                          <a:pt x="0" y="257300"/>
                          <a:pt x="0" y="231706"/>
                        </a:cubicBezTo>
                        <a:lnTo>
                          <a:pt x="0" y="46342"/>
                        </a:lnTo>
                        <a:close/>
                      </a:path>
                    </a:pathLst>
                  </a:custGeom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dk1">
                      <a:shade val="8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l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233023" tIns="40243" rIns="40243" bIns="40243" numCol="1" spcCol="1270" anchor="ctr" anchorCtr="0">
                    <a:noAutofit/>
                  </a:bodyPr>
                  <a:lstStyle/>
                  <a:p>
                    <a:pPr defTabSz="311143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b="1" i="1" dirty="0"/>
                      <a:t>Centrarse en lo básico</a:t>
                    </a:r>
                    <a:endParaRPr lang="es-ES" sz="1100" b="1" dirty="0"/>
                  </a:p>
                </p:txBody>
              </p:sp>
              <p:sp>
                <p:nvSpPr>
                  <p:cNvPr id="23" name="Forma libre: forma 22">
                    <a:extLst>
                      <a:ext uri="{FF2B5EF4-FFF2-40B4-BE49-F238E27FC236}">
                        <a16:creationId xmlns:a16="http://schemas.microsoft.com/office/drawing/2014/main" id="{72409CAC-B87A-440B-A2D1-E80FFFF01D80}"/>
                      </a:ext>
                    </a:extLst>
                  </p:cNvPr>
                  <p:cNvSpPr/>
                  <p:nvPr/>
                </p:nvSpPr>
                <p:spPr>
                  <a:xfrm>
                    <a:off x="2237943" y="6307298"/>
                    <a:ext cx="1965862" cy="416185"/>
                  </a:xfrm>
                  <a:custGeom>
                    <a:avLst/>
                    <a:gdLst>
                      <a:gd name="connsiteX0" fmla="*/ 0 w 2327022"/>
                      <a:gd name="connsiteY0" fmla="*/ 0 h 278048"/>
                      <a:gd name="connsiteX1" fmla="*/ 2327022 w 2327022"/>
                      <a:gd name="connsiteY1" fmla="*/ 0 h 278048"/>
                      <a:gd name="connsiteX2" fmla="*/ 2327022 w 2327022"/>
                      <a:gd name="connsiteY2" fmla="*/ 278048 h 278048"/>
                      <a:gd name="connsiteX3" fmla="*/ 0 w 2327022"/>
                      <a:gd name="connsiteY3" fmla="*/ 278048 h 278048"/>
                      <a:gd name="connsiteX4" fmla="*/ 0 w 2327022"/>
                      <a:gd name="connsiteY4" fmla="*/ 0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27022" h="278048">
                        <a:moveTo>
                          <a:pt x="0" y="0"/>
                        </a:moveTo>
                        <a:lnTo>
                          <a:pt x="2327022" y="0"/>
                        </a:lnTo>
                        <a:lnTo>
                          <a:pt x="2327022" y="278048"/>
                        </a:lnTo>
                        <a:lnTo>
                          <a:pt x="0" y="27804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15875">
                    <a:noFill/>
                  </a:ln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56896" tIns="20320" rIns="20320" bIns="20320" numCol="1" spcCol="1270" anchor="ctr" anchorCtr="0">
                    <a:noAutofit/>
                  </a:bodyPr>
                  <a:lstStyle/>
                  <a:p>
                    <a:pPr algn="ctr" defTabSz="35559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dirty="0"/>
                      <a:t>Establecer criterios para  situar lo necesario</a:t>
                    </a:r>
                  </a:p>
                </p:txBody>
              </p:sp>
              <p:pic>
                <p:nvPicPr>
                  <p:cNvPr id="13321" name="Gráfico 13320" descr="Cámara">
                    <a:extLst>
                      <a:ext uri="{FF2B5EF4-FFF2-40B4-BE49-F238E27FC236}">
                        <a16:creationId xmlns:a16="http://schemas.microsoft.com/office/drawing/2014/main" id="{9082FF07-A933-4EEC-9192-4BF9DE653BF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52289" y="5805948"/>
                    <a:ext cx="605429" cy="58494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3317" name="Elipse 13316">
                  <a:extLst>
                    <a:ext uri="{FF2B5EF4-FFF2-40B4-BE49-F238E27FC236}">
                      <a16:creationId xmlns:a16="http://schemas.microsoft.com/office/drawing/2014/main" id="{B899167C-011D-4E56-8A2D-99B8E539362C}"/>
                    </a:ext>
                  </a:extLst>
                </p:cNvPr>
                <p:cNvSpPr/>
                <p:nvPr/>
              </p:nvSpPr>
              <p:spPr>
                <a:xfrm>
                  <a:off x="5777932" y="5704557"/>
                  <a:ext cx="720000" cy="7200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4000" b="1" dirty="0"/>
                    <a:t>1</a:t>
                  </a:r>
                </a:p>
              </p:txBody>
            </p:sp>
          </p:grpSp>
          <p:grpSp>
            <p:nvGrpSpPr>
              <p:cNvPr id="13322" name="Grupo 13321">
                <a:extLst>
                  <a:ext uri="{FF2B5EF4-FFF2-40B4-BE49-F238E27FC236}">
                    <a16:creationId xmlns:a16="http://schemas.microsoft.com/office/drawing/2014/main" id="{703F635C-44BA-4098-AD72-EE5C15054BDB}"/>
                  </a:ext>
                </a:extLst>
              </p:cNvPr>
              <p:cNvGrpSpPr/>
              <p:nvPr/>
            </p:nvGrpSpPr>
            <p:grpSpPr>
              <a:xfrm>
                <a:off x="3655239" y="4351321"/>
                <a:ext cx="2870548" cy="933151"/>
                <a:chOff x="3642630" y="4417939"/>
                <a:chExt cx="2870548" cy="933151"/>
              </a:xfrm>
            </p:grpSpPr>
            <p:grpSp>
              <p:nvGrpSpPr>
                <p:cNvPr id="89" name="Grupo 88">
                  <a:extLst>
                    <a:ext uri="{FF2B5EF4-FFF2-40B4-BE49-F238E27FC236}">
                      <a16:creationId xmlns:a16="http://schemas.microsoft.com/office/drawing/2014/main" id="{271345DC-724F-4FAA-873E-4146607BF385}"/>
                    </a:ext>
                  </a:extLst>
                </p:cNvPr>
                <p:cNvGrpSpPr/>
                <p:nvPr/>
              </p:nvGrpSpPr>
              <p:grpSpPr>
                <a:xfrm>
                  <a:off x="3642630" y="4569847"/>
                  <a:ext cx="2181172" cy="781243"/>
                  <a:chOff x="6485060" y="5166184"/>
                  <a:chExt cx="2181172" cy="781243"/>
                </a:xfrm>
              </p:grpSpPr>
              <p:sp>
                <p:nvSpPr>
                  <p:cNvPr id="13312" name="Forma libre: forma 13311">
                    <a:extLst>
                      <a:ext uri="{FF2B5EF4-FFF2-40B4-BE49-F238E27FC236}">
                        <a16:creationId xmlns:a16="http://schemas.microsoft.com/office/drawing/2014/main" id="{F4D47F74-E46C-44AA-901B-EB4C9CB7E248}"/>
                      </a:ext>
                    </a:extLst>
                  </p:cNvPr>
                  <p:cNvSpPr/>
                  <p:nvPr/>
                </p:nvSpPr>
                <p:spPr>
                  <a:xfrm>
                    <a:off x="6485060" y="5555223"/>
                    <a:ext cx="2181172" cy="392204"/>
                  </a:xfrm>
                  <a:custGeom>
                    <a:avLst/>
                    <a:gdLst>
                      <a:gd name="connsiteX0" fmla="*/ 0 w 663873"/>
                      <a:gd name="connsiteY0" fmla="*/ 0 h 278048"/>
                      <a:gd name="connsiteX1" fmla="*/ 663873 w 663873"/>
                      <a:gd name="connsiteY1" fmla="*/ 0 h 278048"/>
                      <a:gd name="connsiteX2" fmla="*/ 663873 w 663873"/>
                      <a:gd name="connsiteY2" fmla="*/ 278048 h 278048"/>
                      <a:gd name="connsiteX3" fmla="*/ 0 w 663873"/>
                      <a:gd name="connsiteY3" fmla="*/ 278048 h 278048"/>
                      <a:gd name="connsiteX4" fmla="*/ 0 w 663873"/>
                      <a:gd name="connsiteY4" fmla="*/ 0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63873" h="278048">
                        <a:moveTo>
                          <a:pt x="0" y="0"/>
                        </a:moveTo>
                        <a:lnTo>
                          <a:pt x="663873" y="0"/>
                        </a:lnTo>
                        <a:lnTo>
                          <a:pt x="663873" y="278048"/>
                        </a:lnTo>
                        <a:lnTo>
                          <a:pt x="0" y="27804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35560" tIns="12700" rIns="12700" bIns="12700" numCol="1" spcCol="1270" anchor="ctr" anchorCtr="0">
                    <a:noAutofit/>
                  </a:bodyPr>
                  <a:lstStyle/>
                  <a:p>
                    <a:pPr algn="ctr" defTabSz="35559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dirty="0"/>
                      <a:t>Hacer fotos generales y detalle del estado actual.</a:t>
                    </a:r>
                  </a:p>
                </p:txBody>
              </p:sp>
              <p:sp>
                <p:nvSpPr>
                  <p:cNvPr id="31" name="Forma libre: forma 30">
                    <a:extLst>
                      <a:ext uri="{FF2B5EF4-FFF2-40B4-BE49-F238E27FC236}">
                        <a16:creationId xmlns:a16="http://schemas.microsoft.com/office/drawing/2014/main" id="{9086448A-468E-44A9-9550-C93DE1D7E45F}"/>
                      </a:ext>
                    </a:extLst>
                  </p:cNvPr>
                  <p:cNvSpPr/>
                  <p:nvPr/>
                </p:nvSpPr>
                <p:spPr>
                  <a:xfrm>
                    <a:off x="6960596" y="5166184"/>
                    <a:ext cx="1606178" cy="416185"/>
                  </a:xfrm>
                  <a:custGeom>
                    <a:avLst/>
                    <a:gdLst>
                      <a:gd name="connsiteX0" fmla="*/ 0 w 1036768"/>
                      <a:gd name="connsiteY0" fmla="*/ 46342 h 278048"/>
                      <a:gd name="connsiteX1" fmla="*/ 46342 w 1036768"/>
                      <a:gd name="connsiteY1" fmla="*/ 0 h 278048"/>
                      <a:gd name="connsiteX2" fmla="*/ 990426 w 1036768"/>
                      <a:gd name="connsiteY2" fmla="*/ 0 h 278048"/>
                      <a:gd name="connsiteX3" fmla="*/ 1036768 w 1036768"/>
                      <a:gd name="connsiteY3" fmla="*/ 46342 h 278048"/>
                      <a:gd name="connsiteX4" fmla="*/ 1036768 w 1036768"/>
                      <a:gd name="connsiteY4" fmla="*/ 231706 h 278048"/>
                      <a:gd name="connsiteX5" fmla="*/ 990426 w 1036768"/>
                      <a:gd name="connsiteY5" fmla="*/ 278048 h 278048"/>
                      <a:gd name="connsiteX6" fmla="*/ 46342 w 1036768"/>
                      <a:gd name="connsiteY6" fmla="*/ 278048 h 278048"/>
                      <a:gd name="connsiteX7" fmla="*/ 0 w 1036768"/>
                      <a:gd name="connsiteY7" fmla="*/ 231706 h 278048"/>
                      <a:gd name="connsiteX8" fmla="*/ 0 w 1036768"/>
                      <a:gd name="connsiteY8" fmla="*/ 46342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6768" h="278048">
                        <a:moveTo>
                          <a:pt x="0" y="46342"/>
                        </a:moveTo>
                        <a:cubicBezTo>
                          <a:pt x="0" y="20748"/>
                          <a:pt x="20748" y="0"/>
                          <a:pt x="46342" y="0"/>
                        </a:cubicBezTo>
                        <a:lnTo>
                          <a:pt x="990426" y="0"/>
                        </a:lnTo>
                        <a:cubicBezTo>
                          <a:pt x="1016020" y="0"/>
                          <a:pt x="1036768" y="20748"/>
                          <a:pt x="1036768" y="46342"/>
                        </a:cubicBezTo>
                        <a:lnTo>
                          <a:pt x="1036768" y="231706"/>
                        </a:lnTo>
                        <a:cubicBezTo>
                          <a:pt x="1036768" y="257300"/>
                          <a:pt x="1016020" y="278048"/>
                          <a:pt x="990426" y="278048"/>
                        </a:cubicBezTo>
                        <a:lnTo>
                          <a:pt x="46342" y="278048"/>
                        </a:lnTo>
                        <a:cubicBezTo>
                          <a:pt x="20748" y="278048"/>
                          <a:pt x="0" y="257300"/>
                          <a:pt x="0" y="231706"/>
                        </a:cubicBezTo>
                        <a:lnTo>
                          <a:pt x="0" y="46342"/>
                        </a:lnTo>
                        <a:close/>
                      </a:path>
                    </a:pathLst>
                  </a:custGeom>
                </p:spPr>
                <p:style>
                  <a:lnRef idx="2">
                    <a:schemeClr val="dk1">
                      <a:shade val="8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l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233023" tIns="40243" rIns="40243" bIns="40243" numCol="1" spcCol="1270" anchor="ctr" anchorCtr="0">
                    <a:noAutofit/>
                  </a:bodyPr>
                  <a:lstStyle/>
                  <a:p>
                    <a:pPr defTabSz="311143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b="1" i="1" dirty="0"/>
                      <a:t>Pruebas gráficas</a:t>
                    </a:r>
                    <a:endParaRPr lang="es-ES" sz="1100" dirty="0"/>
                  </a:p>
                </p:txBody>
              </p:sp>
            </p:grpSp>
            <p:sp>
              <p:nvSpPr>
                <p:cNvPr id="119" name="Elipse 118">
                  <a:extLst>
                    <a:ext uri="{FF2B5EF4-FFF2-40B4-BE49-F238E27FC236}">
                      <a16:creationId xmlns:a16="http://schemas.microsoft.com/office/drawing/2014/main" id="{03D0694C-4773-4D60-8C2B-2A4233DE9918}"/>
                    </a:ext>
                  </a:extLst>
                </p:cNvPr>
                <p:cNvSpPr/>
                <p:nvPr/>
              </p:nvSpPr>
              <p:spPr>
                <a:xfrm>
                  <a:off x="5793178" y="4417939"/>
                  <a:ext cx="720000" cy="7200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4000" b="1" dirty="0"/>
                    <a:t>2</a:t>
                  </a:r>
                </a:p>
              </p:txBody>
            </p:sp>
          </p:grpSp>
          <p:grpSp>
            <p:nvGrpSpPr>
              <p:cNvPr id="13326" name="Grupo 13325">
                <a:extLst>
                  <a:ext uri="{FF2B5EF4-FFF2-40B4-BE49-F238E27FC236}">
                    <a16:creationId xmlns:a16="http://schemas.microsoft.com/office/drawing/2014/main" id="{584EF1E9-B784-4BED-BE18-CFDA10468534}"/>
                  </a:ext>
                </a:extLst>
              </p:cNvPr>
              <p:cNvGrpSpPr/>
              <p:nvPr/>
            </p:nvGrpSpPr>
            <p:grpSpPr>
              <a:xfrm>
                <a:off x="3757347" y="3115149"/>
                <a:ext cx="2757550" cy="979291"/>
                <a:chOff x="3757347" y="3171206"/>
                <a:chExt cx="2757550" cy="979291"/>
              </a:xfrm>
            </p:grpSpPr>
            <p:grpSp>
              <p:nvGrpSpPr>
                <p:cNvPr id="93" name="Grupo 92">
                  <a:extLst>
                    <a:ext uri="{FF2B5EF4-FFF2-40B4-BE49-F238E27FC236}">
                      <a16:creationId xmlns:a16="http://schemas.microsoft.com/office/drawing/2014/main" id="{35A39CA1-6250-464D-9051-A4C005E656B1}"/>
                    </a:ext>
                  </a:extLst>
                </p:cNvPr>
                <p:cNvGrpSpPr/>
                <p:nvPr/>
              </p:nvGrpSpPr>
              <p:grpSpPr>
                <a:xfrm>
                  <a:off x="3757347" y="3318127"/>
                  <a:ext cx="2006464" cy="832370"/>
                  <a:chOff x="6753130" y="3689141"/>
                  <a:chExt cx="2006464" cy="832370"/>
                </a:xfrm>
              </p:grpSpPr>
              <p:sp>
                <p:nvSpPr>
                  <p:cNvPr id="29" name="Forma libre: forma 28">
                    <a:extLst>
                      <a:ext uri="{FF2B5EF4-FFF2-40B4-BE49-F238E27FC236}">
                        <a16:creationId xmlns:a16="http://schemas.microsoft.com/office/drawing/2014/main" id="{E52A507A-984E-4A0E-81C9-15C41BF221CC}"/>
                      </a:ext>
                    </a:extLst>
                  </p:cNvPr>
                  <p:cNvSpPr/>
                  <p:nvPr/>
                </p:nvSpPr>
                <p:spPr>
                  <a:xfrm>
                    <a:off x="6753130" y="4105326"/>
                    <a:ext cx="2006464" cy="416185"/>
                  </a:xfrm>
                  <a:custGeom>
                    <a:avLst/>
                    <a:gdLst>
                      <a:gd name="connsiteX0" fmla="*/ 0 w 921843"/>
                      <a:gd name="connsiteY0" fmla="*/ 0 h 278048"/>
                      <a:gd name="connsiteX1" fmla="*/ 921843 w 921843"/>
                      <a:gd name="connsiteY1" fmla="*/ 0 h 278048"/>
                      <a:gd name="connsiteX2" fmla="*/ 921843 w 921843"/>
                      <a:gd name="connsiteY2" fmla="*/ 278048 h 278048"/>
                      <a:gd name="connsiteX3" fmla="*/ 0 w 921843"/>
                      <a:gd name="connsiteY3" fmla="*/ 278048 h 278048"/>
                      <a:gd name="connsiteX4" fmla="*/ 0 w 921843"/>
                      <a:gd name="connsiteY4" fmla="*/ 0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21843" h="278048">
                        <a:moveTo>
                          <a:pt x="0" y="0"/>
                        </a:moveTo>
                        <a:lnTo>
                          <a:pt x="921843" y="0"/>
                        </a:lnTo>
                        <a:lnTo>
                          <a:pt x="921843" y="278048"/>
                        </a:lnTo>
                        <a:lnTo>
                          <a:pt x="0" y="27804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56896" tIns="20320" rIns="20320" bIns="20320" numCol="1" spcCol="1270" anchor="ctr" anchorCtr="0">
                    <a:noAutofit/>
                  </a:bodyPr>
                  <a:lstStyle/>
                  <a:p>
                    <a:pPr algn="ctr" defTabSz="35559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dirty="0"/>
                      <a:t>Situar y agrupar lo que  se necesita.</a:t>
                    </a:r>
                  </a:p>
                </p:txBody>
              </p:sp>
              <p:sp>
                <p:nvSpPr>
                  <p:cNvPr id="28" name="Forma libre: forma 27">
                    <a:extLst>
                      <a:ext uri="{FF2B5EF4-FFF2-40B4-BE49-F238E27FC236}">
                        <a16:creationId xmlns:a16="http://schemas.microsoft.com/office/drawing/2014/main" id="{F6D5C16E-F999-4F6B-9852-9F0019674D39}"/>
                      </a:ext>
                    </a:extLst>
                  </p:cNvPr>
                  <p:cNvSpPr/>
                  <p:nvPr/>
                </p:nvSpPr>
                <p:spPr>
                  <a:xfrm>
                    <a:off x="7119448" y="3689141"/>
                    <a:ext cx="1606178" cy="416185"/>
                  </a:xfrm>
                  <a:custGeom>
                    <a:avLst/>
                    <a:gdLst>
                      <a:gd name="connsiteX0" fmla="*/ 0 w 1036768"/>
                      <a:gd name="connsiteY0" fmla="*/ 46342 h 278048"/>
                      <a:gd name="connsiteX1" fmla="*/ 46342 w 1036768"/>
                      <a:gd name="connsiteY1" fmla="*/ 0 h 278048"/>
                      <a:gd name="connsiteX2" fmla="*/ 990426 w 1036768"/>
                      <a:gd name="connsiteY2" fmla="*/ 0 h 278048"/>
                      <a:gd name="connsiteX3" fmla="*/ 1036768 w 1036768"/>
                      <a:gd name="connsiteY3" fmla="*/ 46342 h 278048"/>
                      <a:gd name="connsiteX4" fmla="*/ 1036768 w 1036768"/>
                      <a:gd name="connsiteY4" fmla="*/ 231706 h 278048"/>
                      <a:gd name="connsiteX5" fmla="*/ 990426 w 1036768"/>
                      <a:gd name="connsiteY5" fmla="*/ 278048 h 278048"/>
                      <a:gd name="connsiteX6" fmla="*/ 46342 w 1036768"/>
                      <a:gd name="connsiteY6" fmla="*/ 278048 h 278048"/>
                      <a:gd name="connsiteX7" fmla="*/ 0 w 1036768"/>
                      <a:gd name="connsiteY7" fmla="*/ 231706 h 278048"/>
                      <a:gd name="connsiteX8" fmla="*/ 0 w 1036768"/>
                      <a:gd name="connsiteY8" fmla="*/ 46342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6768" h="278048">
                        <a:moveTo>
                          <a:pt x="0" y="46342"/>
                        </a:moveTo>
                        <a:cubicBezTo>
                          <a:pt x="0" y="20748"/>
                          <a:pt x="20748" y="0"/>
                          <a:pt x="46342" y="0"/>
                        </a:cubicBezTo>
                        <a:lnTo>
                          <a:pt x="990426" y="0"/>
                        </a:lnTo>
                        <a:cubicBezTo>
                          <a:pt x="1016020" y="0"/>
                          <a:pt x="1036768" y="20748"/>
                          <a:pt x="1036768" y="46342"/>
                        </a:cubicBezTo>
                        <a:lnTo>
                          <a:pt x="1036768" y="231706"/>
                        </a:lnTo>
                        <a:cubicBezTo>
                          <a:pt x="1036768" y="257300"/>
                          <a:pt x="1016020" y="278048"/>
                          <a:pt x="990426" y="278048"/>
                        </a:cubicBezTo>
                        <a:lnTo>
                          <a:pt x="46342" y="278048"/>
                        </a:lnTo>
                        <a:cubicBezTo>
                          <a:pt x="20748" y="278048"/>
                          <a:pt x="0" y="257300"/>
                          <a:pt x="0" y="231706"/>
                        </a:cubicBezTo>
                        <a:lnTo>
                          <a:pt x="0" y="46342"/>
                        </a:lnTo>
                        <a:close/>
                      </a:path>
                    </a:pathLst>
                  </a:custGeom>
                </p:spPr>
                <p:style>
                  <a:lnRef idx="2">
                    <a:schemeClr val="dk1">
                      <a:shade val="8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l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233023" tIns="40243" rIns="40243" bIns="40243" numCol="1" spcCol="1270" anchor="ctr" anchorCtr="0">
                    <a:noAutofit/>
                  </a:bodyPr>
                  <a:lstStyle/>
                  <a:p>
                    <a:pPr defTabSz="311143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b="1" i="1" dirty="0"/>
                      <a:t>Hacer visible lo necesario.</a:t>
                    </a:r>
                    <a:endParaRPr lang="es-ES" sz="1100" b="1" dirty="0"/>
                  </a:p>
                </p:txBody>
              </p:sp>
            </p:grpSp>
            <p:sp>
              <p:nvSpPr>
                <p:cNvPr id="120" name="Elipse 119">
                  <a:extLst>
                    <a:ext uri="{FF2B5EF4-FFF2-40B4-BE49-F238E27FC236}">
                      <a16:creationId xmlns:a16="http://schemas.microsoft.com/office/drawing/2014/main" id="{4716A35B-94ED-4DFB-8BA9-258400BA1E1C}"/>
                    </a:ext>
                  </a:extLst>
                </p:cNvPr>
                <p:cNvSpPr/>
                <p:nvPr/>
              </p:nvSpPr>
              <p:spPr>
                <a:xfrm>
                  <a:off x="5794897" y="3171206"/>
                  <a:ext cx="720000" cy="7200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4000" b="1" dirty="0"/>
                    <a:t>3</a:t>
                  </a:r>
                </a:p>
              </p:txBody>
            </p:sp>
          </p:grpSp>
          <p:grpSp>
            <p:nvGrpSpPr>
              <p:cNvPr id="13328" name="Grupo 13327">
                <a:extLst>
                  <a:ext uri="{FF2B5EF4-FFF2-40B4-BE49-F238E27FC236}">
                    <a16:creationId xmlns:a16="http://schemas.microsoft.com/office/drawing/2014/main" id="{EE3909BD-A872-4BAB-BF61-C3CB68772F92}"/>
                  </a:ext>
                </a:extLst>
              </p:cNvPr>
              <p:cNvGrpSpPr/>
              <p:nvPr/>
            </p:nvGrpSpPr>
            <p:grpSpPr>
              <a:xfrm>
                <a:off x="3757347" y="1924473"/>
                <a:ext cx="2768781" cy="1018456"/>
                <a:chOff x="3730749" y="1924473"/>
                <a:chExt cx="2768781" cy="1018456"/>
              </a:xfrm>
            </p:grpSpPr>
            <p:grpSp>
              <p:nvGrpSpPr>
                <p:cNvPr id="91" name="Grupo 90">
                  <a:extLst>
                    <a:ext uri="{FF2B5EF4-FFF2-40B4-BE49-F238E27FC236}">
                      <a16:creationId xmlns:a16="http://schemas.microsoft.com/office/drawing/2014/main" id="{BE564AFE-62D2-45C2-A501-778AC51AC4A6}"/>
                    </a:ext>
                  </a:extLst>
                </p:cNvPr>
                <p:cNvGrpSpPr/>
                <p:nvPr/>
              </p:nvGrpSpPr>
              <p:grpSpPr>
                <a:xfrm>
                  <a:off x="3730749" y="2077478"/>
                  <a:ext cx="2056929" cy="865451"/>
                  <a:chOff x="6600196" y="3920131"/>
                  <a:chExt cx="2056929" cy="865451"/>
                </a:xfrm>
              </p:grpSpPr>
              <p:sp>
                <p:nvSpPr>
                  <p:cNvPr id="13318" name="Forma libre: forma 13317">
                    <a:extLst>
                      <a:ext uri="{FF2B5EF4-FFF2-40B4-BE49-F238E27FC236}">
                        <a16:creationId xmlns:a16="http://schemas.microsoft.com/office/drawing/2014/main" id="{438E0A27-8F9B-434F-9088-FF3B05E6FAAB}"/>
                      </a:ext>
                    </a:extLst>
                  </p:cNvPr>
                  <p:cNvSpPr/>
                  <p:nvPr/>
                </p:nvSpPr>
                <p:spPr>
                  <a:xfrm>
                    <a:off x="6600196" y="4369397"/>
                    <a:ext cx="2056929" cy="416185"/>
                  </a:xfrm>
                  <a:custGeom>
                    <a:avLst/>
                    <a:gdLst>
                      <a:gd name="connsiteX0" fmla="*/ 0 w 520014"/>
                      <a:gd name="connsiteY0" fmla="*/ 0 h 278048"/>
                      <a:gd name="connsiteX1" fmla="*/ 520014 w 520014"/>
                      <a:gd name="connsiteY1" fmla="*/ 0 h 278048"/>
                      <a:gd name="connsiteX2" fmla="*/ 520014 w 520014"/>
                      <a:gd name="connsiteY2" fmla="*/ 278048 h 278048"/>
                      <a:gd name="connsiteX3" fmla="*/ 0 w 520014"/>
                      <a:gd name="connsiteY3" fmla="*/ 278048 h 278048"/>
                      <a:gd name="connsiteX4" fmla="*/ 0 w 520014"/>
                      <a:gd name="connsiteY4" fmla="*/ 0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20014" h="278048">
                        <a:moveTo>
                          <a:pt x="0" y="0"/>
                        </a:moveTo>
                        <a:lnTo>
                          <a:pt x="520014" y="0"/>
                        </a:lnTo>
                        <a:lnTo>
                          <a:pt x="520014" y="278048"/>
                        </a:lnTo>
                        <a:lnTo>
                          <a:pt x="0" y="27804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35560" tIns="12700" rIns="12700" bIns="12700" numCol="1" spcCol="1270" anchor="ctr" anchorCtr="0">
                    <a:noAutofit/>
                  </a:bodyPr>
                  <a:lstStyle/>
                  <a:p>
                    <a:pPr algn="ctr" defTabSz="222245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dirty="0"/>
                      <a:t>Gestiona todo de una manera ordenada. Conoce lo que tienes.</a:t>
                    </a:r>
                  </a:p>
                </p:txBody>
              </p:sp>
              <p:sp>
                <p:nvSpPr>
                  <p:cNvPr id="13315" name="Forma libre: forma 13314">
                    <a:extLst>
                      <a:ext uri="{FF2B5EF4-FFF2-40B4-BE49-F238E27FC236}">
                        <a16:creationId xmlns:a16="http://schemas.microsoft.com/office/drawing/2014/main" id="{9703391F-DDD2-4B1D-AE89-C0658BB08091}"/>
                      </a:ext>
                    </a:extLst>
                  </p:cNvPr>
                  <p:cNvSpPr/>
                  <p:nvPr/>
                </p:nvSpPr>
                <p:spPr>
                  <a:xfrm>
                    <a:off x="6966095" y="3920131"/>
                    <a:ext cx="1606178" cy="416185"/>
                  </a:xfrm>
                  <a:custGeom>
                    <a:avLst/>
                    <a:gdLst>
                      <a:gd name="connsiteX0" fmla="*/ 0 w 1036768"/>
                      <a:gd name="connsiteY0" fmla="*/ 46342 h 278048"/>
                      <a:gd name="connsiteX1" fmla="*/ 46342 w 1036768"/>
                      <a:gd name="connsiteY1" fmla="*/ 0 h 278048"/>
                      <a:gd name="connsiteX2" fmla="*/ 990426 w 1036768"/>
                      <a:gd name="connsiteY2" fmla="*/ 0 h 278048"/>
                      <a:gd name="connsiteX3" fmla="*/ 1036768 w 1036768"/>
                      <a:gd name="connsiteY3" fmla="*/ 46342 h 278048"/>
                      <a:gd name="connsiteX4" fmla="*/ 1036768 w 1036768"/>
                      <a:gd name="connsiteY4" fmla="*/ 231706 h 278048"/>
                      <a:gd name="connsiteX5" fmla="*/ 990426 w 1036768"/>
                      <a:gd name="connsiteY5" fmla="*/ 278048 h 278048"/>
                      <a:gd name="connsiteX6" fmla="*/ 46342 w 1036768"/>
                      <a:gd name="connsiteY6" fmla="*/ 278048 h 278048"/>
                      <a:gd name="connsiteX7" fmla="*/ 0 w 1036768"/>
                      <a:gd name="connsiteY7" fmla="*/ 231706 h 278048"/>
                      <a:gd name="connsiteX8" fmla="*/ 0 w 1036768"/>
                      <a:gd name="connsiteY8" fmla="*/ 46342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6768" h="278048">
                        <a:moveTo>
                          <a:pt x="0" y="46342"/>
                        </a:moveTo>
                        <a:cubicBezTo>
                          <a:pt x="0" y="20748"/>
                          <a:pt x="20748" y="0"/>
                          <a:pt x="46342" y="0"/>
                        </a:cubicBezTo>
                        <a:lnTo>
                          <a:pt x="990426" y="0"/>
                        </a:lnTo>
                        <a:cubicBezTo>
                          <a:pt x="1016020" y="0"/>
                          <a:pt x="1036768" y="20748"/>
                          <a:pt x="1036768" y="46342"/>
                        </a:cubicBezTo>
                        <a:lnTo>
                          <a:pt x="1036768" y="231706"/>
                        </a:lnTo>
                        <a:cubicBezTo>
                          <a:pt x="1036768" y="257300"/>
                          <a:pt x="1016020" y="278048"/>
                          <a:pt x="990426" y="278048"/>
                        </a:cubicBezTo>
                        <a:lnTo>
                          <a:pt x="46342" y="278048"/>
                        </a:lnTo>
                        <a:cubicBezTo>
                          <a:pt x="20748" y="278048"/>
                          <a:pt x="0" y="257300"/>
                          <a:pt x="0" y="231706"/>
                        </a:cubicBezTo>
                        <a:lnTo>
                          <a:pt x="0" y="46342"/>
                        </a:lnTo>
                        <a:close/>
                      </a:path>
                    </a:pathLst>
                  </a:custGeom>
                </p:spPr>
                <p:style>
                  <a:lnRef idx="2">
                    <a:schemeClr val="dk1">
                      <a:shade val="8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l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233023" tIns="40243" rIns="40243" bIns="40243" numCol="1" spcCol="1270" anchor="ctr" anchorCtr="0">
                    <a:noAutofit/>
                  </a:bodyPr>
                  <a:lstStyle/>
                  <a:p>
                    <a:pPr defTabSz="311143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b="1" i="1" dirty="0"/>
                      <a:t>Céntrate en la repetición.</a:t>
                    </a:r>
                    <a:endParaRPr lang="es-ES" sz="1100" b="1" dirty="0"/>
                  </a:p>
                </p:txBody>
              </p:sp>
            </p:grpSp>
            <p:sp>
              <p:nvSpPr>
                <p:cNvPr id="123" name="Elipse 122">
                  <a:extLst>
                    <a:ext uri="{FF2B5EF4-FFF2-40B4-BE49-F238E27FC236}">
                      <a16:creationId xmlns:a16="http://schemas.microsoft.com/office/drawing/2014/main" id="{41D9A071-FEA6-4246-A798-BAA25C0EA51C}"/>
                    </a:ext>
                  </a:extLst>
                </p:cNvPr>
                <p:cNvSpPr/>
                <p:nvPr/>
              </p:nvSpPr>
              <p:spPr>
                <a:xfrm>
                  <a:off x="5779530" y="1924473"/>
                  <a:ext cx="720000" cy="7200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4000" b="1" dirty="0"/>
                    <a:t>4</a:t>
                  </a:r>
                </a:p>
              </p:txBody>
            </p:sp>
          </p:grpSp>
          <p:grpSp>
            <p:nvGrpSpPr>
              <p:cNvPr id="13330" name="Grupo 13329">
                <a:extLst>
                  <a:ext uri="{FF2B5EF4-FFF2-40B4-BE49-F238E27FC236}">
                    <a16:creationId xmlns:a16="http://schemas.microsoft.com/office/drawing/2014/main" id="{74B75AA9-C6D3-4F89-BFF7-813E7C73CA33}"/>
                  </a:ext>
                </a:extLst>
              </p:cNvPr>
              <p:cNvGrpSpPr/>
              <p:nvPr/>
            </p:nvGrpSpPr>
            <p:grpSpPr>
              <a:xfrm>
                <a:off x="3632349" y="715085"/>
                <a:ext cx="2852494" cy="1020192"/>
                <a:chOff x="3605751" y="715085"/>
                <a:chExt cx="2852494" cy="1020192"/>
              </a:xfrm>
            </p:grpSpPr>
            <p:grpSp>
              <p:nvGrpSpPr>
                <p:cNvPr id="95" name="Grupo 94">
                  <a:extLst>
                    <a:ext uri="{FF2B5EF4-FFF2-40B4-BE49-F238E27FC236}">
                      <a16:creationId xmlns:a16="http://schemas.microsoft.com/office/drawing/2014/main" id="{D0367652-BF4F-4EBC-9648-A83038F1B9EB}"/>
                    </a:ext>
                  </a:extLst>
                </p:cNvPr>
                <p:cNvGrpSpPr/>
                <p:nvPr/>
              </p:nvGrpSpPr>
              <p:grpSpPr>
                <a:xfrm>
                  <a:off x="3605751" y="881560"/>
                  <a:ext cx="2225474" cy="853717"/>
                  <a:chOff x="6696032" y="984088"/>
                  <a:chExt cx="2225474" cy="853717"/>
                </a:xfrm>
              </p:grpSpPr>
              <p:sp>
                <p:nvSpPr>
                  <p:cNvPr id="26" name="Forma libre: forma 25">
                    <a:extLst>
                      <a:ext uri="{FF2B5EF4-FFF2-40B4-BE49-F238E27FC236}">
                        <a16:creationId xmlns:a16="http://schemas.microsoft.com/office/drawing/2014/main" id="{1ADC554E-63EC-44E4-900A-F9BFB2A3D5CE}"/>
                      </a:ext>
                    </a:extLst>
                  </p:cNvPr>
                  <p:cNvSpPr/>
                  <p:nvPr/>
                </p:nvSpPr>
                <p:spPr>
                  <a:xfrm>
                    <a:off x="6696032" y="1421620"/>
                    <a:ext cx="2225474" cy="416185"/>
                  </a:xfrm>
                  <a:custGeom>
                    <a:avLst/>
                    <a:gdLst>
                      <a:gd name="connsiteX0" fmla="*/ 0 w 2002486"/>
                      <a:gd name="connsiteY0" fmla="*/ 0 h 278048"/>
                      <a:gd name="connsiteX1" fmla="*/ 2002486 w 2002486"/>
                      <a:gd name="connsiteY1" fmla="*/ 0 h 278048"/>
                      <a:gd name="connsiteX2" fmla="*/ 2002486 w 2002486"/>
                      <a:gd name="connsiteY2" fmla="*/ 278048 h 278048"/>
                      <a:gd name="connsiteX3" fmla="*/ 0 w 2002486"/>
                      <a:gd name="connsiteY3" fmla="*/ 278048 h 278048"/>
                      <a:gd name="connsiteX4" fmla="*/ 0 w 2002486"/>
                      <a:gd name="connsiteY4" fmla="*/ 0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002486" h="278048">
                        <a:moveTo>
                          <a:pt x="0" y="0"/>
                        </a:moveTo>
                        <a:lnTo>
                          <a:pt x="2002486" y="0"/>
                        </a:lnTo>
                        <a:lnTo>
                          <a:pt x="2002486" y="278048"/>
                        </a:lnTo>
                        <a:lnTo>
                          <a:pt x="0" y="27804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56896" tIns="20320" rIns="20320" bIns="20320" numCol="1" spcCol="1270" anchor="t" anchorCtr="0">
                    <a:noAutofit/>
                  </a:bodyPr>
                  <a:lstStyle/>
                  <a:p>
                    <a:pPr marL="0" lvl="1" algn="ctr" defTabSz="35559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15000"/>
                      </a:spcAft>
                    </a:pPr>
                    <a:r>
                      <a:rPr lang="es-ES" sz="1100" dirty="0"/>
                      <a:t>Revisamos lo que hemos hecho.</a:t>
                    </a:r>
                  </a:p>
                </p:txBody>
              </p:sp>
              <p:sp>
                <p:nvSpPr>
                  <p:cNvPr id="25" name="Forma libre: forma 24">
                    <a:extLst>
                      <a:ext uri="{FF2B5EF4-FFF2-40B4-BE49-F238E27FC236}">
                        <a16:creationId xmlns:a16="http://schemas.microsoft.com/office/drawing/2014/main" id="{460EE735-9083-457B-BEBA-D4BC4A50B0FC}"/>
                      </a:ext>
                    </a:extLst>
                  </p:cNvPr>
                  <p:cNvSpPr/>
                  <p:nvPr/>
                </p:nvSpPr>
                <p:spPr>
                  <a:xfrm>
                    <a:off x="7153416" y="984088"/>
                    <a:ext cx="1606178" cy="416185"/>
                  </a:xfrm>
                  <a:custGeom>
                    <a:avLst/>
                    <a:gdLst>
                      <a:gd name="connsiteX0" fmla="*/ 0 w 1036768"/>
                      <a:gd name="connsiteY0" fmla="*/ 46342 h 278048"/>
                      <a:gd name="connsiteX1" fmla="*/ 46342 w 1036768"/>
                      <a:gd name="connsiteY1" fmla="*/ 0 h 278048"/>
                      <a:gd name="connsiteX2" fmla="*/ 990426 w 1036768"/>
                      <a:gd name="connsiteY2" fmla="*/ 0 h 278048"/>
                      <a:gd name="connsiteX3" fmla="*/ 1036768 w 1036768"/>
                      <a:gd name="connsiteY3" fmla="*/ 46342 h 278048"/>
                      <a:gd name="connsiteX4" fmla="*/ 1036768 w 1036768"/>
                      <a:gd name="connsiteY4" fmla="*/ 231706 h 278048"/>
                      <a:gd name="connsiteX5" fmla="*/ 990426 w 1036768"/>
                      <a:gd name="connsiteY5" fmla="*/ 278048 h 278048"/>
                      <a:gd name="connsiteX6" fmla="*/ 46342 w 1036768"/>
                      <a:gd name="connsiteY6" fmla="*/ 278048 h 278048"/>
                      <a:gd name="connsiteX7" fmla="*/ 0 w 1036768"/>
                      <a:gd name="connsiteY7" fmla="*/ 231706 h 278048"/>
                      <a:gd name="connsiteX8" fmla="*/ 0 w 1036768"/>
                      <a:gd name="connsiteY8" fmla="*/ 46342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6768" h="278048">
                        <a:moveTo>
                          <a:pt x="0" y="46342"/>
                        </a:moveTo>
                        <a:cubicBezTo>
                          <a:pt x="0" y="20748"/>
                          <a:pt x="20748" y="0"/>
                          <a:pt x="46342" y="0"/>
                        </a:cubicBezTo>
                        <a:lnTo>
                          <a:pt x="990426" y="0"/>
                        </a:lnTo>
                        <a:cubicBezTo>
                          <a:pt x="1016020" y="0"/>
                          <a:pt x="1036768" y="20748"/>
                          <a:pt x="1036768" y="46342"/>
                        </a:cubicBezTo>
                        <a:lnTo>
                          <a:pt x="1036768" y="231706"/>
                        </a:lnTo>
                        <a:cubicBezTo>
                          <a:pt x="1036768" y="257300"/>
                          <a:pt x="1016020" y="278048"/>
                          <a:pt x="990426" y="278048"/>
                        </a:cubicBezTo>
                        <a:lnTo>
                          <a:pt x="46342" y="278048"/>
                        </a:lnTo>
                        <a:cubicBezTo>
                          <a:pt x="20748" y="278048"/>
                          <a:pt x="0" y="257300"/>
                          <a:pt x="0" y="231706"/>
                        </a:cubicBezTo>
                        <a:lnTo>
                          <a:pt x="0" y="46342"/>
                        </a:lnTo>
                        <a:close/>
                      </a:path>
                    </a:pathLst>
                  </a:custGeom>
                </p:spPr>
                <p:style>
                  <a:lnRef idx="2">
                    <a:schemeClr val="dk1">
                      <a:shade val="8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l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233023" tIns="40243" rIns="40243" bIns="40243" numCol="1" spcCol="1270" anchor="ctr" anchorCtr="0">
                    <a:noAutofit/>
                  </a:bodyPr>
                  <a:lstStyle/>
                  <a:p>
                    <a:pPr defTabSz="311143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b="1" i="1" dirty="0"/>
                      <a:t> Mantén y mejora.</a:t>
                    </a:r>
                    <a:endParaRPr lang="es-ES" sz="1100" b="1" dirty="0"/>
                  </a:p>
                </p:txBody>
              </p:sp>
            </p:grpSp>
            <p:sp>
              <p:nvSpPr>
                <p:cNvPr id="125" name="Elipse 124">
                  <a:extLst>
                    <a:ext uri="{FF2B5EF4-FFF2-40B4-BE49-F238E27FC236}">
                      <a16:creationId xmlns:a16="http://schemas.microsoft.com/office/drawing/2014/main" id="{0A112F63-86D2-4ECA-88C1-4A0AE36BA441}"/>
                    </a:ext>
                  </a:extLst>
                </p:cNvPr>
                <p:cNvSpPr/>
                <p:nvPr/>
              </p:nvSpPr>
              <p:spPr>
                <a:xfrm>
                  <a:off x="5738245" y="715085"/>
                  <a:ext cx="720000" cy="7200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4000" b="1" dirty="0"/>
                    <a:t>5</a:t>
                  </a:r>
                </a:p>
              </p:txBody>
            </p:sp>
          </p:grpSp>
        </p:grpSp>
        <p:pic>
          <p:nvPicPr>
            <p:cNvPr id="182" name="Gráfico 181" descr="Preguntas">
              <a:extLst>
                <a:ext uri="{FF2B5EF4-FFF2-40B4-BE49-F238E27FC236}">
                  <a16:creationId xmlns:a16="http://schemas.microsoft.com/office/drawing/2014/main" id="{05208929-7E17-4F1F-A26A-4929A041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2733" y="4437444"/>
              <a:ext cx="559706" cy="540771"/>
            </a:xfrm>
            <a:prstGeom prst="rect">
              <a:avLst/>
            </a:prstGeom>
          </p:spPr>
        </p:pic>
        <p:pic>
          <p:nvPicPr>
            <p:cNvPr id="183" name="Gráfico 182" descr="Lista RTL">
              <a:extLst>
                <a:ext uri="{FF2B5EF4-FFF2-40B4-BE49-F238E27FC236}">
                  <a16:creationId xmlns:a16="http://schemas.microsoft.com/office/drawing/2014/main" id="{59F85B18-1753-43FC-977B-203A6A2F8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24018" y="862425"/>
              <a:ext cx="510605" cy="493333"/>
            </a:xfrm>
            <a:prstGeom prst="rect">
              <a:avLst/>
            </a:prstGeom>
          </p:spPr>
        </p:pic>
      </p:grpSp>
      <p:sp>
        <p:nvSpPr>
          <p:cNvPr id="226" name="CuadroTexto 225">
            <a:extLst>
              <a:ext uri="{FF2B5EF4-FFF2-40B4-BE49-F238E27FC236}">
                <a16:creationId xmlns:a16="http://schemas.microsoft.com/office/drawing/2014/main" id="{2E28E7D3-5737-4899-BF00-39823AA057C1}"/>
              </a:ext>
            </a:extLst>
          </p:cNvPr>
          <p:cNvSpPr txBox="1"/>
          <p:nvPr/>
        </p:nvSpPr>
        <p:spPr>
          <a:xfrm>
            <a:off x="3616219" y="7363446"/>
            <a:ext cx="9355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/>
              <a:t>CRITERIOS DE SITUAR</a:t>
            </a:r>
          </a:p>
        </p:txBody>
      </p:sp>
      <p:pic>
        <p:nvPicPr>
          <p:cNvPr id="231" name="Imagen 230">
            <a:extLst>
              <a:ext uri="{FF2B5EF4-FFF2-40B4-BE49-F238E27FC236}">
                <a16:creationId xmlns:a16="http://schemas.microsoft.com/office/drawing/2014/main" id="{188DE7AD-D4EF-499E-AC28-3E85A5B0BA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511" y="4362176"/>
            <a:ext cx="383339" cy="392204"/>
          </a:xfrm>
          <a:prstGeom prst="rect">
            <a:avLst/>
          </a:prstGeom>
        </p:spPr>
      </p:pic>
      <p:cxnSp>
        <p:nvCxnSpPr>
          <p:cNvPr id="293" name="Conector recto de flecha 292">
            <a:extLst>
              <a:ext uri="{FF2B5EF4-FFF2-40B4-BE49-F238E27FC236}">
                <a16:creationId xmlns:a16="http://schemas.microsoft.com/office/drawing/2014/main" id="{87AF3BE6-1174-47D6-A8D0-273D91AD2F3D}"/>
              </a:ext>
            </a:extLst>
          </p:cNvPr>
          <p:cNvCxnSpPr>
            <a:cxnSpLocks/>
          </p:cNvCxnSpPr>
          <p:nvPr/>
        </p:nvCxnSpPr>
        <p:spPr>
          <a:xfrm flipH="1" flipV="1">
            <a:off x="7972809" y="6290850"/>
            <a:ext cx="3443" cy="30587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ector recto de flecha 295">
            <a:extLst>
              <a:ext uri="{FF2B5EF4-FFF2-40B4-BE49-F238E27FC236}">
                <a16:creationId xmlns:a16="http://schemas.microsoft.com/office/drawing/2014/main" id="{CAB3AD7B-EB22-4407-9219-76544863417D}"/>
              </a:ext>
            </a:extLst>
          </p:cNvPr>
          <p:cNvCxnSpPr>
            <a:cxnSpLocks/>
          </p:cNvCxnSpPr>
          <p:nvPr/>
        </p:nvCxnSpPr>
        <p:spPr>
          <a:xfrm flipH="1" flipV="1">
            <a:off x="7965533" y="5045026"/>
            <a:ext cx="7279" cy="26235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2" name="Gráfico 161" descr="Signo de pulgar hacia arriba">
            <a:extLst>
              <a:ext uri="{FF2B5EF4-FFF2-40B4-BE49-F238E27FC236}">
                <a16:creationId xmlns:a16="http://schemas.microsoft.com/office/drawing/2014/main" id="{A04BF0C7-B4E1-4E50-9E38-CFE3EFB087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84069" y="1696374"/>
            <a:ext cx="914400" cy="914400"/>
          </a:xfrm>
          <a:prstGeom prst="rect">
            <a:avLst/>
          </a:prstGeom>
        </p:spPr>
      </p:pic>
      <p:cxnSp>
        <p:nvCxnSpPr>
          <p:cNvPr id="365" name="Conector recto de flecha 364">
            <a:extLst>
              <a:ext uri="{FF2B5EF4-FFF2-40B4-BE49-F238E27FC236}">
                <a16:creationId xmlns:a16="http://schemas.microsoft.com/office/drawing/2014/main" id="{B0F7D1DE-F8F5-445F-A965-48BD5AE03ACE}"/>
              </a:ext>
            </a:extLst>
          </p:cNvPr>
          <p:cNvCxnSpPr>
            <a:cxnSpLocks/>
            <a:endCxn id="162" idx="1"/>
          </p:cNvCxnSpPr>
          <p:nvPr/>
        </p:nvCxnSpPr>
        <p:spPr>
          <a:xfrm flipV="1">
            <a:off x="5029206" y="2153575"/>
            <a:ext cx="854869" cy="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9" name="Conector recto de flecha 368">
            <a:extLst>
              <a:ext uri="{FF2B5EF4-FFF2-40B4-BE49-F238E27FC236}">
                <a16:creationId xmlns:a16="http://schemas.microsoft.com/office/drawing/2014/main" id="{3288D077-72A2-404F-9589-AD15DA8BA3DC}"/>
              </a:ext>
            </a:extLst>
          </p:cNvPr>
          <p:cNvCxnSpPr>
            <a:cxnSpLocks/>
            <a:stCxn id="126" idx="1"/>
            <a:endCxn id="188" idx="3"/>
          </p:cNvCxnSpPr>
          <p:nvPr/>
        </p:nvCxnSpPr>
        <p:spPr>
          <a:xfrm flipH="1">
            <a:off x="6754091" y="3397834"/>
            <a:ext cx="764947" cy="13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Conector recto de flecha 385">
            <a:extLst>
              <a:ext uri="{FF2B5EF4-FFF2-40B4-BE49-F238E27FC236}">
                <a16:creationId xmlns:a16="http://schemas.microsoft.com/office/drawing/2014/main" id="{DE3E0F0A-F842-43EE-8434-C10A18EAD4D7}"/>
              </a:ext>
            </a:extLst>
          </p:cNvPr>
          <p:cNvCxnSpPr>
            <a:cxnSpLocks/>
            <a:stCxn id="21" idx="1"/>
            <a:endCxn id="7" idx="3"/>
          </p:cNvCxnSpPr>
          <p:nvPr/>
        </p:nvCxnSpPr>
        <p:spPr>
          <a:xfrm flipH="1" flipV="1">
            <a:off x="4352165" y="7086312"/>
            <a:ext cx="504577" cy="545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upo 64">
            <a:extLst>
              <a:ext uri="{FF2B5EF4-FFF2-40B4-BE49-F238E27FC236}">
                <a16:creationId xmlns:a16="http://schemas.microsoft.com/office/drawing/2014/main" id="{CDDF9D68-1F84-4B92-BED2-4121DA6FA6A8}"/>
              </a:ext>
            </a:extLst>
          </p:cNvPr>
          <p:cNvGrpSpPr/>
          <p:nvPr/>
        </p:nvGrpSpPr>
        <p:grpSpPr>
          <a:xfrm>
            <a:off x="3586859" y="5284718"/>
            <a:ext cx="4838699" cy="1137162"/>
            <a:chOff x="3586855" y="4296718"/>
            <a:chExt cx="4838698" cy="1137162"/>
          </a:xfrm>
        </p:grpSpPr>
        <p:cxnSp>
          <p:nvCxnSpPr>
            <p:cNvPr id="393" name="Conector recto de flecha 392">
              <a:extLst>
                <a:ext uri="{FF2B5EF4-FFF2-40B4-BE49-F238E27FC236}">
                  <a16:creationId xmlns:a16="http://schemas.microsoft.com/office/drawing/2014/main" id="{8AAD165A-2F57-4D34-B090-0742874722B3}"/>
                </a:ext>
              </a:extLst>
            </p:cNvPr>
            <p:cNvCxnSpPr>
              <a:cxnSpLocks/>
              <a:stCxn id="177" idx="1"/>
            </p:cNvCxnSpPr>
            <p:nvPr/>
          </p:nvCxnSpPr>
          <p:spPr>
            <a:xfrm flipH="1" flipV="1">
              <a:off x="7175558" y="4834178"/>
              <a:ext cx="415987" cy="414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upo 63">
              <a:extLst>
                <a:ext uri="{FF2B5EF4-FFF2-40B4-BE49-F238E27FC236}">
                  <a16:creationId xmlns:a16="http://schemas.microsoft.com/office/drawing/2014/main" id="{AC6D70C0-5583-410D-987C-DD7F2FBF2F56}"/>
                </a:ext>
              </a:extLst>
            </p:cNvPr>
            <p:cNvGrpSpPr/>
            <p:nvPr/>
          </p:nvGrpSpPr>
          <p:grpSpPr>
            <a:xfrm>
              <a:off x="3586855" y="4296718"/>
              <a:ext cx="4838698" cy="1137162"/>
              <a:chOff x="3586855" y="4296718"/>
              <a:chExt cx="4838698" cy="1137162"/>
            </a:xfrm>
          </p:grpSpPr>
          <p:grpSp>
            <p:nvGrpSpPr>
              <p:cNvPr id="141" name="Grupo 140">
                <a:extLst>
                  <a:ext uri="{FF2B5EF4-FFF2-40B4-BE49-F238E27FC236}">
                    <a16:creationId xmlns:a16="http://schemas.microsoft.com/office/drawing/2014/main" id="{BCCCDC4D-07AD-4FB5-86AD-E15A11BC9780}"/>
                  </a:ext>
                </a:extLst>
              </p:cNvPr>
              <p:cNvGrpSpPr/>
              <p:nvPr/>
            </p:nvGrpSpPr>
            <p:grpSpPr>
              <a:xfrm>
                <a:off x="5854173" y="4296718"/>
                <a:ext cx="1264329" cy="1137162"/>
                <a:chOff x="6717705" y="5463231"/>
                <a:chExt cx="1264329" cy="1137162"/>
              </a:xfrm>
            </p:grpSpPr>
            <p:grpSp>
              <p:nvGrpSpPr>
                <p:cNvPr id="108" name="Grupo 107">
                  <a:extLst>
                    <a:ext uri="{FF2B5EF4-FFF2-40B4-BE49-F238E27FC236}">
                      <a16:creationId xmlns:a16="http://schemas.microsoft.com/office/drawing/2014/main" id="{BD9C95BB-8CA0-4330-B1E2-6B62D61502BA}"/>
                    </a:ext>
                  </a:extLst>
                </p:cNvPr>
                <p:cNvGrpSpPr/>
                <p:nvPr/>
              </p:nvGrpSpPr>
              <p:grpSpPr>
                <a:xfrm>
                  <a:off x="6717705" y="5463231"/>
                  <a:ext cx="1073911" cy="1137162"/>
                  <a:chOff x="4208378" y="2971800"/>
                  <a:chExt cx="820821" cy="914400"/>
                </a:xfrm>
              </p:grpSpPr>
              <p:pic>
                <p:nvPicPr>
                  <p:cNvPr id="106" name="Gráfico 105" descr="Nube">
                    <a:extLst>
                      <a:ext uri="{FF2B5EF4-FFF2-40B4-BE49-F238E27FC236}">
                        <a16:creationId xmlns:a16="http://schemas.microsoft.com/office/drawing/2014/main" id="{D4C26DD1-A08B-435E-B2E7-648375AF712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208378" y="2971800"/>
                    <a:ext cx="820821" cy="914400"/>
                  </a:xfrm>
                  <a:prstGeom prst="rect">
                    <a:avLst/>
                  </a:prstGeom>
                </p:spPr>
              </p:pic>
              <p:sp>
                <p:nvSpPr>
                  <p:cNvPr id="107" name="Flecha: hacia abajo 106">
                    <a:extLst>
                      <a:ext uri="{FF2B5EF4-FFF2-40B4-BE49-F238E27FC236}">
                        <a16:creationId xmlns:a16="http://schemas.microsoft.com/office/drawing/2014/main" id="{833FADE7-C66A-449A-BD29-EF5F89CEAAD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478069" y="3327497"/>
                    <a:ext cx="226307" cy="280667"/>
                  </a:xfrm>
                  <a:prstGeom prst="downArrow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pic>
              <p:nvPicPr>
                <p:cNvPr id="118" name="Gráfico 117" descr="Imágenes">
                  <a:extLst>
                    <a:ext uri="{FF2B5EF4-FFF2-40B4-BE49-F238E27FC236}">
                      <a16:creationId xmlns:a16="http://schemas.microsoft.com/office/drawing/2014/main" id="{E17EE9D5-9B1B-43D4-9ED4-B3D4A84E71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 rot="19650452">
                  <a:off x="7465037" y="5703914"/>
                  <a:ext cx="516997" cy="516997"/>
                </a:xfrm>
                <a:prstGeom prst="rect">
                  <a:avLst/>
                </a:prstGeom>
              </p:spPr>
            </p:pic>
          </p:grpSp>
          <p:grpSp>
            <p:nvGrpSpPr>
              <p:cNvPr id="354" name="Grupo 353">
                <a:extLst>
                  <a:ext uri="{FF2B5EF4-FFF2-40B4-BE49-F238E27FC236}">
                    <a16:creationId xmlns:a16="http://schemas.microsoft.com/office/drawing/2014/main" id="{8D1328E3-3DD3-49C0-B3E6-0B4766524543}"/>
                  </a:ext>
                </a:extLst>
              </p:cNvPr>
              <p:cNvGrpSpPr/>
              <p:nvPr/>
            </p:nvGrpSpPr>
            <p:grpSpPr>
              <a:xfrm>
                <a:off x="7490044" y="4493496"/>
                <a:ext cx="935509" cy="798619"/>
                <a:chOff x="6151955" y="5614406"/>
                <a:chExt cx="935509" cy="798619"/>
              </a:xfrm>
            </p:grpSpPr>
            <p:pic>
              <p:nvPicPr>
                <p:cNvPr id="177" name="Gráfico 176" descr="Cámara">
                  <a:extLst>
                    <a:ext uri="{FF2B5EF4-FFF2-40B4-BE49-F238E27FC236}">
                      <a16:creationId xmlns:a16="http://schemas.microsoft.com/office/drawing/2014/main" id="{0687DDC0-B1BF-448A-85EF-FDD21E4DB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53456" y="5614406"/>
                  <a:ext cx="713793" cy="689646"/>
                </a:xfrm>
                <a:prstGeom prst="rect">
                  <a:avLst/>
                </a:prstGeom>
              </p:spPr>
            </p:pic>
            <p:sp>
              <p:nvSpPr>
                <p:cNvPr id="186" name="CuadroTexto 185">
                  <a:extLst>
                    <a:ext uri="{FF2B5EF4-FFF2-40B4-BE49-F238E27FC236}">
                      <a16:creationId xmlns:a16="http://schemas.microsoft.com/office/drawing/2014/main" id="{3F00B313-6542-45EB-854E-E243ECCD1982}"/>
                    </a:ext>
                  </a:extLst>
                </p:cNvPr>
                <p:cNvSpPr txBox="1"/>
                <p:nvPr/>
              </p:nvSpPr>
              <p:spPr>
                <a:xfrm>
                  <a:off x="6151955" y="6166804"/>
                  <a:ext cx="93550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000" b="1" dirty="0"/>
                    <a:t>HACER FOTOS</a:t>
                  </a:r>
                </a:p>
              </p:txBody>
            </p:sp>
          </p:grpSp>
          <p:sp>
            <p:nvSpPr>
              <p:cNvPr id="187" name="CuadroTexto 186">
                <a:extLst>
                  <a:ext uri="{FF2B5EF4-FFF2-40B4-BE49-F238E27FC236}">
                    <a16:creationId xmlns:a16="http://schemas.microsoft.com/office/drawing/2014/main" id="{83432A64-912E-4218-B3FD-3A9EB3139E98}"/>
                  </a:ext>
                </a:extLst>
              </p:cNvPr>
              <p:cNvSpPr txBox="1"/>
              <p:nvPr/>
            </p:nvSpPr>
            <p:spPr>
              <a:xfrm>
                <a:off x="5991825" y="5080093"/>
                <a:ext cx="9724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/>
                  <a:t>SUBIR FOTOS</a:t>
                </a:r>
              </a:p>
            </p:txBody>
          </p:sp>
          <p:cxnSp>
            <p:nvCxnSpPr>
              <p:cNvPr id="396" name="Conector recto de flecha 395">
                <a:extLst>
                  <a:ext uri="{FF2B5EF4-FFF2-40B4-BE49-F238E27FC236}">
                    <a16:creationId xmlns:a16="http://schemas.microsoft.com/office/drawing/2014/main" id="{BA37109B-AF8C-45FD-B23D-538A8A1A0178}"/>
                  </a:ext>
                </a:extLst>
              </p:cNvPr>
              <p:cNvCxnSpPr>
                <a:cxnSpLocks/>
                <a:stCxn id="106" idx="1"/>
              </p:cNvCxnSpPr>
              <p:nvPr/>
            </p:nvCxnSpPr>
            <p:spPr>
              <a:xfrm flipH="1" flipV="1">
                <a:off x="3586855" y="4859004"/>
                <a:ext cx="2267318" cy="629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BE2C0367-D2DF-425D-86C7-977F0B85414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37056" y="6780525"/>
            <a:ext cx="615109" cy="61157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85BC2F1-5911-4C80-BF86-6B71D5A9C34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18370" y="6720242"/>
            <a:ext cx="759932" cy="757505"/>
          </a:xfrm>
          <a:prstGeom prst="rect">
            <a:avLst/>
          </a:prstGeom>
        </p:spPr>
      </p:pic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BF279E60-732E-4D3F-A22C-7A60FE45542B}"/>
              </a:ext>
            </a:extLst>
          </p:cNvPr>
          <p:cNvCxnSpPr>
            <a:cxnSpLocks/>
            <a:stCxn id="8" idx="1"/>
            <a:endCxn id="21" idx="3"/>
          </p:cNvCxnSpPr>
          <p:nvPr/>
        </p:nvCxnSpPr>
        <p:spPr>
          <a:xfrm flipH="1" flipV="1">
            <a:off x="5488329" y="7091771"/>
            <a:ext cx="630040" cy="722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16D06751-AE2B-4D91-88F7-0B8009666666}"/>
              </a:ext>
            </a:extLst>
          </p:cNvPr>
          <p:cNvSpPr txBox="1"/>
          <p:nvPr/>
        </p:nvSpPr>
        <p:spPr>
          <a:xfrm>
            <a:off x="6043538" y="7399480"/>
            <a:ext cx="9355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/>
              <a:t>CRITERIOS DE AGRUPAR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FC69382A-B0CA-4BAE-8F76-D48A6505D193}"/>
              </a:ext>
            </a:extLst>
          </p:cNvPr>
          <p:cNvGrpSpPr/>
          <p:nvPr/>
        </p:nvGrpSpPr>
        <p:grpSpPr>
          <a:xfrm>
            <a:off x="4714980" y="6758430"/>
            <a:ext cx="935509" cy="891827"/>
            <a:chOff x="6261854" y="4913768"/>
            <a:chExt cx="935509" cy="891826"/>
          </a:xfrm>
        </p:grpSpPr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ED206346-01B2-4879-B36C-D5AF435898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403616" y="4913768"/>
              <a:ext cx="631593" cy="666682"/>
            </a:xfrm>
            <a:prstGeom prst="rect">
              <a:avLst/>
            </a:prstGeom>
            <a:ln w="19050">
              <a:solidFill>
                <a:schemeClr val="dk1">
                  <a:shade val="80000"/>
                  <a:hueOff val="0"/>
                  <a:satOff val="0"/>
                  <a:lumOff val="0"/>
                </a:schemeClr>
              </a:solidFill>
            </a:ln>
          </p:spPr>
        </p:pic>
        <p:sp>
          <p:nvSpPr>
            <p:cNvPr id="122" name="CuadroTexto 121">
              <a:extLst>
                <a:ext uri="{FF2B5EF4-FFF2-40B4-BE49-F238E27FC236}">
                  <a16:creationId xmlns:a16="http://schemas.microsoft.com/office/drawing/2014/main" id="{01844D87-C112-4072-BEBC-2D5CA4318D42}"/>
                </a:ext>
              </a:extLst>
            </p:cNvPr>
            <p:cNvSpPr txBox="1"/>
            <p:nvPr/>
          </p:nvSpPr>
          <p:spPr>
            <a:xfrm>
              <a:off x="6261854" y="5559373"/>
              <a:ext cx="9355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/>
                <a:t>LAYOUT</a:t>
              </a:r>
            </a:p>
          </p:txBody>
        </p:sp>
      </p:grpSp>
      <p:pic>
        <p:nvPicPr>
          <p:cNvPr id="27" name="Imagen 26">
            <a:extLst>
              <a:ext uri="{FF2B5EF4-FFF2-40B4-BE49-F238E27FC236}">
                <a16:creationId xmlns:a16="http://schemas.microsoft.com/office/drawing/2014/main" id="{F6491F97-61B5-4FF7-9A1B-7E1C23E10FC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01803" y="6787875"/>
            <a:ext cx="711992" cy="635769"/>
          </a:xfrm>
          <a:prstGeom prst="rect">
            <a:avLst/>
          </a:prstGeom>
        </p:spPr>
      </p:pic>
      <p:cxnSp>
        <p:nvCxnSpPr>
          <p:cNvPr id="136" name="Conector recto de flecha 135">
            <a:extLst>
              <a:ext uri="{FF2B5EF4-FFF2-40B4-BE49-F238E27FC236}">
                <a16:creationId xmlns:a16="http://schemas.microsoft.com/office/drawing/2014/main" id="{451D2343-4ACF-4839-8428-C0E015FA3DB8}"/>
              </a:ext>
            </a:extLst>
          </p:cNvPr>
          <p:cNvCxnSpPr>
            <a:cxnSpLocks/>
            <a:stCxn id="27" idx="1"/>
            <a:endCxn id="8" idx="3"/>
          </p:cNvCxnSpPr>
          <p:nvPr/>
        </p:nvCxnSpPr>
        <p:spPr>
          <a:xfrm flipH="1" flipV="1">
            <a:off x="6878306" y="7098992"/>
            <a:ext cx="723503" cy="676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cto de flecha 153">
            <a:extLst>
              <a:ext uri="{FF2B5EF4-FFF2-40B4-BE49-F238E27FC236}">
                <a16:creationId xmlns:a16="http://schemas.microsoft.com/office/drawing/2014/main" id="{C94D883B-A8EF-412E-BD64-214DF9635E91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3436665" y="7086306"/>
            <a:ext cx="30039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5" name="Grupo 164">
            <a:extLst>
              <a:ext uri="{FF2B5EF4-FFF2-40B4-BE49-F238E27FC236}">
                <a16:creationId xmlns:a16="http://schemas.microsoft.com/office/drawing/2014/main" id="{89985D85-5C44-45C2-88BA-41CF7B8F6B44}"/>
              </a:ext>
            </a:extLst>
          </p:cNvPr>
          <p:cNvGrpSpPr/>
          <p:nvPr/>
        </p:nvGrpSpPr>
        <p:grpSpPr>
          <a:xfrm>
            <a:off x="4114800" y="1696674"/>
            <a:ext cx="914400" cy="914400"/>
            <a:chOff x="4114800" y="625905"/>
            <a:chExt cx="914400" cy="914400"/>
          </a:xfrm>
        </p:grpSpPr>
        <p:pic>
          <p:nvPicPr>
            <p:cNvPr id="166" name="Gráfico 165" descr="Lista de comprobación RTL">
              <a:extLst>
                <a:ext uri="{FF2B5EF4-FFF2-40B4-BE49-F238E27FC236}">
                  <a16:creationId xmlns:a16="http://schemas.microsoft.com/office/drawing/2014/main" id="{FAD6928F-687A-4F57-80BD-969CD4134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114800" y="625905"/>
              <a:ext cx="914400" cy="914400"/>
            </a:xfrm>
            <a:prstGeom prst="rect">
              <a:avLst/>
            </a:prstGeom>
          </p:spPr>
        </p:pic>
        <p:pic>
          <p:nvPicPr>
            <p:cNvPr id="167" name="Gráfico 166" descr="Cámara">
              <a:extLst>
                <a:ext uri="{FF2B5EF4-FFF2-40B4-BE49-F238E27FC236}">
                  <a16:creationId xmlns:a16="http://schemas.microsoft.com/office/drawing/2014/main" id="{902FDEE6-9C5B-4D5D-BF93-AE32CE745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618053">
              <a:off x="4124399" y="893814"/>
              <a:ext cx="507598" cy="490426"/>
            </a:xfrm>
            <a:prstGeom prst="rect">
              <a:avLst/>
            </a:prstGeom>
          </p:spPr>
        </p:pic>
      </p:grpSp>
      <p:cxnSp>
        <p:nvCxnSpPr>
          <p:cNvPr id="185" name="Conector recto de flecha 184">
            <a:extLst>
              <a:ext uri="{FF2B5EF4-FFF2-40B4-BE49-F238E27FC236}">
                <a16:creationId xmlns:a16="http://schemas.microsoft.com/office/drawing/2014/main" id="{346F992F-04DB-4A6A-9828-2A49639CFBA7}"/>
              </a:ext>
            </a:extLst>
          </p:cNvPr>
          <p:cNvCxnSpPr>
            <a:cxnSpLocks/>
            <a:stCxn id="188" idx="1"/>
          </p:cNvCxnSpPr>
          <p:nvPr/>
        </p:nvCxnSpPr>
        <p:spPr>
          <a:xfrm flipH="1">
            <a:off x="3436665" y="3397965"/>
            <a:ext cx="24022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8" name="Imagen 187">
            <a:extLst>
              <a:ext uri="{FF2B5EF4-FFF2-40B4-BE49-F238E27FC236}">
                <a16:creationId xmlns:a16="http://schemas.microsoft.com/office/drawing/2014/main" id="{86F24629-FC30-496D-BED8-9DA37FFFA3C3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l="26725" t="26380" r="12452" b="36132"/>
          <a:stretch/>
        </p:blipFill>
        <p:spPr>
          <a:xfrm>
            <a:off x="5838960" y="3132532"/>
            <a:ext cx="915131" cy="530875"/>
          </a:xfrm>
          <a:prstGeom prst="rect">
            <a:avLst/>
          </a:prstGeom>
        </p:spPr>
      </p:pic>
      <p:sp>
        <p:nvSpPr>
          <p:cNvPr id="194" name="CuadroTexto 193">
            <a:extLst>
              <a:ext uri="{FF2B5EF4-FFF2-40B4-BE49-F238E27FC236}">
                <a16:creationId xmlns:a16="http://schemas.microsoft.com/office/drawing/2014/main" id="{447472C9-54C1-45B9-B43B-2D92AD015D62}"/>
              </a:ext>
            </a:extLst>
          </p:cNvPr>
          <p:cNvSpPr txBox="1"/>
          <p:nvPr/>
        </p:nvSpPr>
        <p:spPr>
          <a:xfrm>
            <a:off x="6132452" y="2063890"/>
            <a:ext cx="644395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≥ 80</a:t>
            </a:r>
          </a:p>
        </p:txBody>
      </p:sp>
      <p:grpSp>
        <p:nvGrpSpPr>
          <p:cNvPr id="85" name="Grupo 84">
            <a:extLst>
              <a:ext uri="{FF2B5EF4-FFF2-40B4-BE49-F238E27FC236}">
                <a16:creationId xmlns:a16="http://schemas.microsoft.com/office/drawing/2014/main" id="{7371F61B-6909-457F-B335-00BE489B707F}"/>
              </a:ext>
            </a:extLst>
          </p:cNvPr>
          <p:cNvGrpSpPr/>
          <p:nvPr/>
        </p:nvGrpSpPr>
        <p:grpSpPr>
          <a:xfrm>
            <a:off x="3616221" y="4262918"/>
            <a:ext cx="4844243" cy="842464"/>
            <a:chOff x="3616213" y="3192144"/>
            <a:chExt cx="4844243" cy="842463"/>
          </a:xfrm>
        </p:grpSpPr>
        <p:cxnSp>
          <p:nvCxnSpPr>
            <p:cNvPr id="290" name="Conector recto de flecha 289">
              <a:extLst>
                <a:ext uri="{FF2B5EF4-FFF2-40B4-BE49-F238E27FC236}">
                  <a16:creationId xmlns:a16="http://schemas.microsoft.com/office/drawing/2014/main" id="{1D6BA8AC-07B0-4851-9BCC-0BCD855A36D0}"/>
                </a:ext>
              </a:extLst>
            </p:cNvPr>
            <p:cNvCxnSpPr>
              <a:cxnSpLocks/>
              <a:stCxn id="171" idx="1"/>
              <a:endCxn id="134" idx="3"/>
            </p:cNvCxnSpPr>
            <p:nvPr/>
          </p:nvCxnSpPr>
          <p:spPr>
            <a:xfrm flipH="1" flipV="1">
              <a:off x="6714198" y="3443012"/>
              <a:ext cx="626608" cy="1241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1780FC68-6783-415E-9AF2-6EC60551D1A0}"/>
                </a:ext>
              </a:extLst>
            </p:cNvPr>
            <p:cNvGrpSpPr/>
            <p:nvPr/>
          </p:nvGrpSpPr>
          <p:grpSpPr>
            <a:xfrm>
              <a:off x="7340806" y="3192144"/>
              <a:ext cx="1119650" cy="502950"/>
              <a:chOff x="4710555" y="2729557"/>
              <a:chExt cx="1119650" cy="502950"/>
            </a:xfrm>
          </p:grpSpPr>
          <p:pic>
            <p:nvPicPr>
              <p:cNvPr id="169" name="Imagen 168">
                <a:extLst>
                  <a:ext uri="{FF2B5EF4-FFF2-40B4-BE49-F238E27FC236}">
                    <a16:creationId xmlns:a16="http://schemas.microsoft.com/office/drawing/2014/main" id="{A09DEAA9-347F-453A-9162-EA3DD4FA92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023094" y="2772067"/>
                <a:ext cx="396971" cy="419025"/>
              </a:xfrm>
              <a:prstGeom prst="rect">
                <a:avLst/>
              </a:prstGeom>
              <a:ln w="19050">
                <a:solidFill>
                  <a:schemeClr val="dk1">
                    <a:shade val="80000"/>
                    <a:hueOff val="0"/>
                    <a:satOff val="0"/>
                    <a:lumOff val="0"/>
                  </a:schemeClr>
                </a:solidFill>
              </a:ln>
            </p:spPr>
          </p:pic>
          <p:pic>
            <p:nvPicPr>
              <p:cNvPr id="170" name="Imagen 169">
                <a:extLst>
                  <a:ext uri="{FF2B5EF4-FFF2-40B4-BE49-F238E27FC236}">
                    <a16:creationId xmlns:a16="http://schemas.microsoft.com/office/drawing/2014/main" id="{8CBE1826-561B-4E9C-A939-D760365CA7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325644" y="2729557"/>
                <a:ext cx="504561" cy="502950"/>
              </a:xfrm>
              <a:prstGeom prst="rect">
                <a:avLst/>
              </a:prstGeom>
            </p:spPr>
          </p:pic>
          <p:pic>
            <p:nvPicPr>
              <p:cNvPr id="171" name="Imagen 170">
                <a:extLst>
                  <a:ext uri="{FF2B5EF4-FFF2-40B4-BE49-F238E27FC236}">
                    <a16:creationId xmlns:a16="http://schemas.microsoft.com/office/drawing/2014/main" id="{FCBA749A-B6F4-4EEE-9FB8-CC97B7910D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710555" y="2801510"/>
                <a:ext cx="384868" cy="382656"/>
              </a:xfrm>
              <a:prstGeom prst="rect">
                <a:avLst/>
              </a:prstGeom>
            </p:spPr>
          </p:pic>
        </p:grpSp>
        <p:sp>
          <p:nvSpPr>
            <p:cNvPr id="172" name="CuadroTexto 171">
              <a:extLst>
                <a:ext uri="{FF2B5EF4-FFF2-40B4-BE49-F238E27FC236}">
                  <a16:creationId xmlns:a16="http://schemas.microsoft.com/office/drawing/2014/main" id="{0701C1BD-65FB-44A3-832E-7DAC6899EC57}"/>
                </a:ext>
              </a:extLst>
            </p:cNvPr>
            <p:cNvSpPr txBox="1"/>
            <p:nvPr/>
          </p:nvSpPr>
          <p:spPr>
            <a:xfrm>
              <a:off x="7478411" y="3634497"/>
              <a:ext cx="972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/>
                <a:t>ORDENAR Y SITUAR</a:t>
              </a:r>
            </a:p>
          </p:txBody>
        </p:sp>
        <p:cxnSp>
          <p:nvCxnSpPr>
            <p:cNvPr id="246" name="Conector recto de flecha 245">
              <a:extLst>
                <a:ext uri="{FF2B5EF4-FFF2-40B4-BE49-F238E27FC236}">
                  <a16:creationId xmlns:a16="http://schemas.microsoft.com/office/drawing/2014/main" id="{5BBD393C-64FD-43BD-B34C-850ECC839865}"/>
                </a:ext>
              </a:extLst>
            </p:cNvPr>
            <p:cNvCxnSpPr>
              <a:cxnSpLocks/>
              <a:stCxn id="130" idx="1"/>
            </p:cNvCxnSpPr>
            <p:nvPr/>
          </p:nvCxnSpPr>
          <p:spPr>
            <a:xfrm flipH="1">
              <a:off x="3616213" y="3446184"/>
              <a:ext cx="918044" cy="924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772722CF-D5B5-40CA-8B4F-FDB62B46CE13}"/>
              </a:ext>
            </a:extLst>
          </p:cNvPr>
          <p:cNvGrpSpPr/>
          <p:nvPr/>
        </p:nvGrpSpPr>
        <p:grpSpPr>
          <a:xfrm>
            <a:off x="7314881" y="3045370"/>
            <a:ext cx="1073911" cy="975609"/>
            <a:chOff x="9250763" y="993866"/>
            <a:chExt cx="1073911" cy="975608"/>
          </a:xfrm>
        </p:grpSpPr>
        <p:pic>
          <p:nvPicPr>
            <p:cNvPr id="126" name="Gráfico 125" descr="Lista de comprobación RTL">
              <a:extLst>
                <a:ext uri="{FF2B5EF4-FFF2-40B4-BE49-F238E27FC236}">
                  <a16:creationId xmlns:a16="http://schemas.microsoft.com/office/drawing/2014/main" id="{8C5BC256-90BE-4CDB-86A8-D175222FE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454921" y="993866"/>
              <a:ext cx="704926" cy="704926"/>
            </a:xfrm>
            <a:prstGeom prst="rect">
              <a:avLst/>
            </a:prstGeom>
          </p:spPr>
        </p:pic>
        <p:sp>
          <p:nvSpPr>
            <p:cNvPr id="127" name="CuadroTexto 126">
              <a:extLst>
                <a:ext uri="{FF2B5EF4-FFF2-40B4-BE49-F238E27FC236}">
                  <a16:creationId xmlns:a16="http://schemas.microsoft.com/office/drawing/2014/main" id="{F6619395-4332-4D1F-9DEF-D558FDF8D724}"/>
                </a:ext>
              </a:extLst>
            </p:cNvPr>
            <p:cNvSpPr txBox="1"/>
            <p:nvPr/>
          </p:nvSpPr>
          <p:spPr>
            <a:xfrm>
              <a:off x="9250763" y="1569365"/>
              <a:ext cx="1073911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/>
                <a:t>PLAN ACCION MEDIO/LARGO </a:t>
              </a:r>
            </a:p>
          </p:txBody>
        </p:sp>
      </p:grpSp>
      <p:grpSp>
        <p:nvGrpSpPr>
          <p:cNvPr id="128" name="Grupo 127">
            <a:extLst>
              <a:ext uri="{FF2B5EF4-FFF2-40B4-BE49-F238E27FC236}">
                <a16:creationId xmlns:a16="http://schemas.microsoft.com/office/drawing/2014/main" id="{F684CFDA-669E-4221-8E64-DD59696A0A29}"/>
              </a:ext>
            </a:extLst>
          </p:cNvPr>
          <p:cNvGrpSpPr/>
          <p:nvPr/>
        </p:nvGrpSpPr>
        <p:grpSpPr>
          <a:xfrm>
            <a:off x="4286439" y="4242241"/>
            <a:ext cx="1056585" cy="747933"/>
            <a:chOff x="4632473" y="3264097"/>
            <a:chExt cx="1056585" cy="747931"/>
          </a:xfrm>
        </p:grpSpPr>
        <p:sp>
          <p:nvSpPr>
            <p:cNvPr id="129" name="CuadroTexto 128">
              <a:extLst>
                <a:ext uri="{FF2B5EF4-FFF2-40B4-BE49-F238E27FC236}">
                  <a16:creationId xmlns:a16="http://schemas.microsoft.com/office/drawing/2014/main" id="{28678399-8DB7-4DB5-8FD9-9B0575859404}"/>
                </a:ext>
              </a:extLst>
            </p:cNvPr>
            <p:cNvSpPr txBox="1"/>
            <p:nvPr/>
          </p:nvSpPr>
          <p:spPr>
            <a:xfrm>
              <a:off x="4632473" y="3765808"/>
              <a:ext cx="1056585" cy="246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/>
                <a:t>TRAZAR</a:t>
              </a:r>
            </a:p>
          </p:txBody>
        </p:sp>
        <p:pic>
          <p:nvPicPr>
            <p:cNvPr id="130" name="Imagen 129">
              <a:extLst>
                <a:ext uri="{FF2B5EF4-FFF2-40B4-BE49-F238E27FC236}">
                  <a16:creationId xmlns:a16="http://schemas.microsoft.com/office/drawing/2014/main" id="{3345048B-E210-42B9-A1F3-06BD6E5E8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80300" y="3264097"/>
              <a:ext cx="537032" cy="549453"/>
            </a:xfrm>
            <a:prstGeom prst="rect">
              <a:avLst/>
            </a:prstGeom>
          </p:spPr>
        </p:pic>
      </p:grpSp>
      <p:cxnSp>
        <p:nvCxnSpPr>
          <p:cNvPr id="131" name="Conector recto de flecha 130">
            <a:extLst>
              <a:ext uri="{FF2B5EF4-FFF2-40B4-BE49-F238E27FC236}">
                <a16:creationId xmlns:a16="http://schemas.microsoft.com/office/drawing/2014/main" id="{8E0F2193-EBD9-4C64-9393-7B81089A72D3}"/>
              </a:ext>
            </a:extLst>
          </p:cNvPr>
          <p:cNvCxnSpPr>
            <a:cxnSpLocks/>
            <a:stCxn id="134" idx="1"/>
            <a:endCxn id="130" idx="3"/>
          </p:cNvCxnSpPr>
          <p:nvPr/>
        </p:nvCxnSpPr>
        <p:spPr>
          <a:xfrm flipH="1">
            <a:off x="5071296" y="4513782"/>
            <a:ext cx="850679" cy="317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68F69BA9-CF97-45FB-8833-4B9B51201E65}"/>
              </a:ext>
            </a:extLst>
          </p:cNvPr>
          <p:cNvGrpSpPr/>
          <p:nvPr/>
        </p:nvGrpSpPr>
        <p:grpSpPr>
          <a:xfrm>
            <a:off x="5807683" y="4024045"/>
            <a:ext cx="1056585" cy="1135043"/>
            <a:chOff x="5915190" y="2994769"/>
            <a:chExt cx="1056585" cy="1135044"/>
          </a:xfrm>
        </p:grpSpPr>
        <p:pic>
          <p:nvPicPr>
            <p:cNvPr id="134" name="Gráfico 133" descr="Ordenador">
              <a:extLst>
                <a:ext uri="{FF2B5EF4-FFF2-40B4-BE49-F238E27FC236}">
                  <a16:creationId xmlns:a16="http://schemas.microsoft.com/office/drawing/2014/main" id="{21B36178-FD81-422D-9258-0D8BCB50B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6029482" y="2994769"/>
              <a:ext cx="792231" cy="979483"/>
            </a:xfrm>
            <a:prstGeom prst="rect">
              <a:avLst/>
            </a:prstGeom>
          </p:spPr>
        </p:pic>
        <p:pic>
          <p:nvPicPr>
            <p:cNvPr id="137" name="Gráfico 136" descr="Mesa">
              <a:extLst>
                <a:ext uri="{FF2B5EF4-FFF2-40B4-BE49-F238E27FC236}">
                  <a16:creationId xmlns:a16="http://schemas.microsoft.com/office/drawing/2014/main" id="{CD9603FA-FBC1-49DA-94CF-C85AB63F1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6122672" y="3213973"/>
              <a:ext cx="342543" cy="423506"/>
            </a:xfrm>
            <a:prstGeom prst="rect">
              <a:avLst/>
            </a:prstGeom>
          </p:spPr>
        </p:pic>
        <p:sp>
          <p:nvSpPr>
            <p:cNvPr id="138" name="CuadroTexto 137">
              <a:extLst>
                <a:ext uri="{FF2B5EF4-FFF2-40B4-BE49-F238E27FC236}">
                  <a16:creationId xmlns:a16="http://schemas.microsoft.com/office/drawing/2014/main" id="{2372F3C5-9765-42CE-BBE7-AE5C3768EF2B}"/>
                </a:ext>
              </a:extLst>
            </p:cNvPr>
            <p:cNvSpPr txBox="1"/>
            <p:nvPr/>
          </p:nvSpPr>
          <p:spPr>
            <a:xfrm>
              <a:off x="5915190" y="3729703"/>
              <a:ext cx="10565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/>
                <a:t>INVENTARIAR INNECESARIOS</a:t>
              </a:r>
            </a:p>
          </p:txBody>
        </p:sp>
      </p:grpSp>
      <p:pic>
        <p:nvPicPr>
          <p:cNvPr id="124" name="Gráfico 123" descr="Lluvia de ideas de grupo">
            <a:extLst>
              <a:ext uri="{FF2B5EF4-FFF2-40B4-BE49-F238E27FC236}">
                <a16:creationId xmlns:a16="http://schemas.microsoft.com/office/drawing/2014/main" id="{217B445B-B9A2-4BD0-91E2-5B1F669DB7D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50413" y="3058798"/>
            <a:ext cx="584217" cy="584217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58AAD12B-BB05-4D6F-B225-2255FFDBCFAE}"/>
              </a:ext>
            </a:extLst>
          </p:cNvPr>
          <p:cNvGrpSpPr/>
          <p:nvPr/>
        </p:nvGrpSpPr>
        <p:grpSpPr>
          <a:xfrm>
            <a:off x="8223959" y="3025186"/>
            <a:ext cx="972412" cy="1016559"/>
            <a:chOff x="8579845" y="1871554"/>
            <a:chExt cx="972412" cy="1016558"/>
          </a:xfrm>
        </p:grpSpPr>
        <p:pic>
          <p:nvPicPr>
            <p:cNvPr id="96" name="Gráfico 95" descr="Portapapeles">
              <a:extLst>
                <a:ext uri="{FF2B5EF4-FFF2-40B4-BE49-F238E27FC236}">
                  <a16:creationId xmlns:a16="http://schemas.microsoft.com/office/drawing/2014/main" id="{1BD524B7-E68A-4315-BB0C-629B0D121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8729742" y="1871554"/>
              <a:ext cx="700686" cy="700686"/>
            </a:xfrm>
            <a:prstGeom prst="rect">
              <a:avLst/>
            </a:prstGeom>
          </p:spPr>
        </p:pic>
        <p:sp>
          <p:nvSpPr>
            <p:cNvPr id="97" name="CuadroTexto 96">
              <a:extLst>
                <a:ext uri="{FF2B5EF4-FFF2-40B4-BE49-F238E27FC236}">
                  <a16:creationId xmlns:a16="http://schemas.microsoft.com/office/drawing/2014/main" id="{4273DA21-D533-4AD3-9463-97DE8446BA25}"/>
                </a:ext>
              </a:extLst>
            </p:cNvPr>
            <p:cNvSpPr txBox="1"/>
            <p:nvPr/>
          </p:nvSpPr>
          <p:spPr>
            <a:xfrm>
              <a:off x="8579845" y="2488002"/>
              <a:ext cx="972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/>
                <a:t>REGISTRAR</a:t>
              </a:r>
            </a:p>
            <a:p>
              <a:pPr algn="ctr"/>
              <a:r>
                <a:rPr lang="es-ES" sz="1000" b="1" dirty="0"/>
                <a:t>EVIDENCIAS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9B2062CA-3048-438F-BA52-50A2B399716F}"/>
              </a:ext>
            </a:extLst>
          </p:cNvPr>
          <p:cNvSpPr txBox="1"/>
          <p:nvPr/>
        </p:nvSpPr>
        <p:spPr>
          <a:xfrm>
            <a:off x="8175563" y="3227296"/>
            <a:ext cx="368491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o</a:t>
            </a:r>
          </a:p>
        </p:txBody>
      </p:sp>
      <p:pic>
        <p:nvPicPr>
          <p:cNvPr id="100" name="3 Imagen">
            <a:extLst>
              <a:ext uri="{FF2B5EF4-FFF2-40B4-BE49-F238E27FC236}">
                <a16:creationId xmlns:a16="http://schemas.microsoft.com/office/drawing/2014/main" id="{A81D2179-6703-435F-9E5B-5A62503597C4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102" name="3 Imagen">
            <a:extLst>
              <a:ext uri="{FF2B5EF4-FFF2-40B4-BE49-F238E27FC236}">
                <a16:creationId xmlns:a16="http://schemas.microsoft.com/office/drawing/2014/main" id="{83E2DB13-0776-430F-8414-3EAA017C7A83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103" name="3 Imagen">
            <a:extLst>
              <a:ext uri="{FF2B5EF4-FFF2-40B4-BE49-F238E27FC236}">
                <a16:creationId xmlns:a16="http://schemas.microsoft.com/office/drawing/2014/main" id="{DC983516-8A61-4AA5-9640-C996C12CAA9A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740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D617B9ED-04BE-413A-B676-59FA6DCACE71}"/>
              </a:ext>
            </a:extLst>
          </p:cNvPr>
          <p:cNvGrpSpPr/>
          <p:nvPr/>
        </p:nvGrpSpPr>
        <p:grpSpPr>
          <a:xfrm>
            <a:off x="368490" y="1017995"/>
            <a:ext cx="8775510" cy="6894910"/>
            <a:chOff x="329368" y="-36910"/>
            <a:chExt cx="8775510" cy="6894910"/>
          </a:xfrm>
        </p:grpSpPr>
        <p:pic>
          <p:nvPicPr>
            <p:cNvPr id="15" name="Gráfico 14" descr="Supervisar">
              <a:extLst>
                <a:ext uri="{FF2B5EF4-FFF2-40B4-BE49-F238E27FC236}">
                  <a16:creationId xmlns:a16="http://schemas.microsoft.com/office/drawing/2014/main" id="{5954781F-DCCF-4923-B654-5682D107A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47397" y="-36910"/>
              <a:ext cx="6539452" cy="6894910"/>
            </a:xfrm>
            <a:prstGeom prst="rect">
              <a:avLst/>
            </a:prstGeom>
          </p:spPr>
        </p:pic>
        <p:sp>
          <p:nvSpPr>
            <p:cNvPr id="6" name="19 Rectángulo">
              <a:extLst>
                <a:ext uri="{FF2B5EF4-FFF2-40B4-BE49-F238E27FC236}">
                  <a16:creationId xmlns:a16="http://schemas.microsoft.com/office/drawing/2014/main" id="{6B4C4C11-1B7F-4F7A-B82E-A189B5E10F4D}"/>
                </a:ext>
              </a:extLst>
            </p:cNvPr>
            <p:cNvSpPr/>
            <p:nvPr/>
          </p:nvSpPr>
          <p:spPr>
            <a:xfrm>
              <a:off x="329368" y="3429000"/>
              <a:ext cx="8775510" cy="156234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8215" tIns="39108" rIns="78215" bIns="39108" rtlCol="0" anchor="ctr"/>
            <a:lstStyle/>
            <a:p>
              <a:pPr algn="ctr">
                <a:spcBef>
                  <a:spcPct val="0"/>
                </a:spcBef>
              </a:pPr>
              <a:r>
                <a:rPr lang="es-ES" sz="2000" b="1" dirty="0">
                  <a:solidFill>
                    <a:schemeClr val="tx1"/>
                  </a:solidFill>
                  <a:ea typeface="+mj-ea"/>
                  <a:cs typeface="Arial"/>
                </a:rPr>
                <a:t>UNA COSA EN UN LUGAR UN </a:t>
              </a:r>
            </a:p>
            <a:p>
              <a:pPr algn="ctr">
                <a:spcBef>
                  <a:spcPct val="0"/>
                </a:spcBef>
              </a:pPr>
              <a:r>
                <a:rPr lang="es-ES" sz="2000" b="1" dirty="0">
                  <a:solidFill>
                    <a:schemeClr val="tx1"/>
                  </a:solidFill>
                  <a:ea typeface="+mj-ea"/>
                  <a:cs typeface="Arial"/>
                </a:rPr>
                <a:t>LUGAR PARA CADA COSA</a:t>
              </a:r>
              <a:endParaRPr lang="es-ES_tradnl" sz="2000" dirty="0">
                <a:solidFill>
                  <a:schemeClr val="tx1"/>
                </a:solidFill>
                <a:ea typeface="+mj-ea"/>
                <a:cs typeface="Arial"/>
              </a:endParaRPr>
            </a:p>
          </p:txBody>
        </p:sp>
      </p:grpSp>
      <p:pic>
        <p:nvPicPr>
          <p:cNvPr id="3" name="Gráfico 2" descr="Mapa con marcador">
            <a:extLst>
              <a:ext uri="{FF2B5EF4-FFF2-40B4-BE49-F238E27FC236}">
                <a16:creationId xmlns:a16="http://schemas.microsoft.com/office/drawing/2014/main" id="{A04237D4-2575-46E4-A0DE-5CB9C3187E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3229" y="2331004"/>
            <a:ext cx="2818264" cy="281826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ABCFD14-5B8E-42E8-945A-5815D1B0D7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0349CAA0-A6A6-47A6-9815-7609077650C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9" name="3 Imagen">
            <a:extLst>
              <a:ext uri="{FF2B5EF4-FFF2-40B4-BE49-F238E27FC236}">
                <a16:creationId xmlns:a16="http://schemas.microsoft.com/office/drawing/2014/main" id="{D2FD9C55-B3B0-4937-BBB7-9D03456F0B5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10" name="3 Imagen">
            <a:extLst>
              <a:ext uri="{FF2B5EF4-FFF2-40B4-BE49-F238E27FC236}">
                <a16:creationId xmlns:a16="http://schemas.microsoft.com/office/drawing/2014/main" id="{BC36A750-612D-4754-B098-4D3F20221C6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74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050115CA-F68F-4AAD-A68F-F8EFC7F9F443}"/>
              </a:ext>
            </a:extLst>
          </p:cNvPr>
          <p:cNvSpPr/>
          <p:nvPr/>
        </p:nvSpPr>
        <p:spPr>
          <a:xfrm>
            <a:off x="4015609" y="1489260"/>
            <a:ext cx="1205555" cy="1184775"/>
          </a:xfrm>
          <a:custGeom>
            <a:avLst/>
            <a:gdLst>
              <a:gd name="connsiteX0" fmla="*/ 0 w 1148003"/>
              <a:gd name="connsiteY0" fmla="*/ 574002 h 1148003"/>
              <a:gd name="connsiteX1" fmla="*/ 574002 w 1148003"/>
              <a:gd name="connsiteY1" fmla="*/ 0 h 1148003"/>
              <a:gd name="connsiteX2" fmla="*/ 1148004 w 1148003"/>
              <a:gd name="connsiteY2" fmla="*/ 574002 h 1148003"/>
              <a:gd name="connsiteX3" fmla="*/ 574002 w 1148003"/>
              <a:gd name="connsiteY3" fmla="*/ 1148004 h 1148003"/>
              <a:gd name="connsiteX4" fmla="*/ 0 w 1148003"/>
              <a:gd name="connsiteY4" fmla="*/ 574002 h 114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8003" h="1148003">
                <a:moveTo>
                  <a:pt x="0" y="574002"/>
                </a:moveTo>
                <a:cubicBezTo>
                  <a:pt x="0" y="256989"/>
                  <a:pt x="256989" y="0"/>
                  <a:pt x="574002" y="0"/>
                </a:cubicBezTo>
                <a:cubicBezTo>
                  <a:pt x="891015" y="0"/>
                  <a:pt x="1148004" y="256989"/>
                  <a:pt x="1148004" y="574002"/>
                </a:cubicBezTo>
                <a:cubicBezTo>
                  <a:pt x="1148004" y="891015"/>
                  <a:pt x="891015" y="1148004"/>
                  <a:pt x="574002" y="1148004"/>
                </a:cubicBezTo>
                <a:cubicBezTo>
                  <a:pt x="256989" y="1148004"/>
                  <a:pt x="0" y="891015"/>
                  <a:pt x="0" y="57400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2091" tIns="182091" rIns="182091" bIns="182091" numCol="1" spcCol="1270" anchor="ctr" anchorCtr="0">
            <a:noAutofit/>
          </a:bodyPr>
          <a:lstStyle/>
          <a:p>
            <a:pPr algn="ctr" defTabSz="48893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1100" b="1" dirty="0">
                <a:solidFill>
                  <a:schemeClr val="tx1"/>
                </a:solidFill>
              </a:rPr>
              <a:t>CLASIFICAR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D07E13C8-FFAC-4852-886D-2759FBB8FFFA}"/>
              </a:ext>
            </a:extLst>
          </p:cNvPr>
          <p:cNvGrpSpPr/>
          <p:nvPr/>
        </p:nvGrpSpPr>
        <p:grpSpPr>
          <a:xfrm>
            <a:off x="2458383" y="3190284"/>
            <a:ext cx="4320000" cy="4320000"/>
            <a:chOff x="355135" y="2678201"/>
            <a:chExt cx="1692000" cy="1692000"/>
          </a:xfrm>
        </p:grpSpPr>
        <p:pic>
          <p:nvPicPr>
            <p:cNvPr id="16" name="Gráfico 15" descr="Herramientas">
              <a:extLst>
                <a:ext uri="{FF2B5EF4-FFF2-40B4-BE49-F238E27FC236}">
                  <a16:creationId xmlns:a16="http://schemas.microsoft.com/office/drawing/2014/main" id="{E493A489-813E-484D-9675-F832AD876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70989" y="3570000"/>
              <a:ext cx="292812" cy="292812"/>
            </a:xfrm>
            <a:prstGeom prst="rect">
              <a:avLst/>
            </a:prstGeom>
          </p:spPr>
        </p:pic>
        <p:pic>
          <p:nvPicPr>
            <p:cNvPr id="17" name="Gráfico 16" descr="Pegamento">
              <a:extLst>
                <a:ext uri="{FF2B5EF4-FFF2-40B4-BE49-F238E27FC236}">
                  <a16:creationId xmlns:a16="http://schemas.microsoft.com/office/drawing/2014/main" id="{102B6EA5-AF64-4FD3-8633-5B9066EFC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2537" y="3580347"/>
              <a:ext cx="273442" cy="273442"/>
            </a:xfrm>
            <a:prstGeom prst="rect">
              <a:avLst/>
            </a:prstGeom>
          </p:spPr>
        </p:pic>
        <p:pic>
          <p:nvPicPr>
            <p:cNvPr id="28" name="Gráfico 27" descr="Camisa">
              <a:extLst>
                <a:ext uri="{FF2B5EF4-FFF2-40B4-BE49-F238E27FC236}">
                  <a16:creationId xmlns:a16="http://schemas.microsoft.com/office/drawing/2014/main" id="{84F63F7B-29B6-430A-8354-456BA51D2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946470">
              <a:off x="1555428" y="3218740"/>
              <a:ext cx="319928" cy="319928"/>
            </a:xfrm>
            <a:prstGeom prst="rect">
              <a:avLst/>
            </a:prstGeom>
          </p:spPr>
        </p:pic>
        <p:pic>
          <p:nvPicPr>
            <p:cNvPr id="29" name="Gráfico 28" descr="Ordenador">
              <a:extLst>
                <a:ext uri="{FF2B5EF4-FFF2-40B4-BE49-F238E27FC236}">
                  <a16:creationId xmlns:a16="http://schemas.microsoft.com/office/drawing/2014/main" id="{73E752D6-715E-432E-9926-8FE8DB6E1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05937" y="3565897"/>
              <a:ext cx="340267" cy="340267"/>
            </a:xfrm>
            <a:prstGeom prst="rect">
              <a:avLst/>
            </a:prstGeom>
          </p:spPr>
        </p:pic>
        <p:pic>
          <p:nvPicPr>
            <p:cNvPr id="30" name="Gráfico 29" descr="Caja">
              <a:extLst>
                <a:ext uri="{FF2B5EF4-FFF2-40B4-BE49-F238E27FC236}">
                  <a16:creationId xmlns:a16="http://schemas.microsoft.com/office/drawing/2014/main" id="{D3C56F26-3E4F-4233-B3D7-30CCE497E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17909" y="3196421"/>
              <a:ext cx="356092" cy="356092"/>
            </a:xfrm>
            <a:prstGeom prst="rect">
              <a:avLst/>
            </a:prstGeom>
          </p:spPr>
        </p:pic>
        <p:pic>
          <p:nvPicPr>
            <p:cNvPr id="31" name="Gráfico 30" descr="Documento">
              <a:extLst>
                <a:ext uri="{FF2B5EF4-FFF2-40B4-BE49-F238E27FC236}">
                  <a16:creationId xmlns:a16="http://schemas.microsoft.com/office/drawing/2014/main" id="{35C5D2D8-79A9-4608-A79C-36625ABBA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38224" y="3530786"/>
              <a:ext cx="333984" cy="333984"/>
            </a:xfrm>
            <a:prstGeom prst="rect">
              <a:avLst/>
            </a:prstGeom>
          </p:spPr>
        </p:pic>
        <p:pic>
          <p:nvPicPr>
            <p:cNvPr id="32" name="Gráfico 31" descr="Carpeta">
              <a:extLst>
                <a:ext uri="{FF2B5EF4-FFF2-40B4-BE49-F238E27FC236}">
                  <a16:creationId xmlns:a16="http://schemas.microsoft.com/office/drawing/2014/main" id="{27AC960C-2E1C-42CE-81E0-C86798CEC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82007" y="3210328"/>
              <a:ext cx="309477" cy="309477"/>
            </a:xfrm>
            <a:prstGeom prst="rect">
              <a:avLst/>
            </a:prstGeom>
          </p:spPr>
        </p:pic>
        <p:pic>
          <p:nvPicPr>
            <p:cNvPr id="33" name="Gráfico 32" descr="Mesa y sillas">
              <a:extLst>
                <a:ext uri="{FF2B5EF4-FFF2-40B4-BE49-F238E27FC236}">
                  <a16:creationId xmlns:a16="http://schemas.microsoft.com/office/drawing/2014/main" id="{7CF736C1-2676-4D30-A902-8B44E182D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12039" y="3140144"/>
              <a:ext cx="391694" cy="391694"/>
            </a:xfrm>
            <a:prstGeom prst="rect">
              <a:avLst/>
            </a:prstGeom>
          </p:spPr>
        </p:pic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7877BDC5-D413-4DF6-A03F-D7F7AE688E5E}"/>
                </a:ext>
              </a:extLst>
            </p:cNvPr>
            <p:cNvSpPr/>
            <p:nvPr/>
          </p:nvSpPr>
          <p:spPr>
            <a:xfrm>
              <a:off x="355135" y="2678201"/>
              <a:ext cx="1692000" cy="1692000"/>
            </a:xfrm>
            <a:prstGeom prst="rect">
              <a:avLst/>
            </a:prstGeom>
            <a:noFill/>
          </p:spPr>
          <p:txBody>
            <a:bodyPr spcFirstLastPara="1" wrap="none" lIns="91440" tIns="45720" rIns="91440" bIns="45720" numCol="1">
              <a:prstTxWarp prst="textCircle">
                <a:avLst/>
              </a:prstTxWarp>
              <a:spAutoFit/>
            </a:bodyPr>
            <a:lstStyle/>
            <a:p>
              <a:pPr algn="ctr"/>
              <a:r>
                <a:rPr lang="es-ES" sz="28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MATERIALES-MÁQUINAS Y EQUIPOS-TRANSPORTE Y ALMACENAJE-MOBILIARIO-INFORMACIÓN-</a:t>
              </a:r>
            </a:p>
          </p:txBody>
        </p:sp>
      </p:grpSp>
      <p:pic>
        <p:nvPicPr>
          <p:cNvPr id="18" name="Imagen 17">
            <a:extLst>
              <a:ext uri="{FF2B5EF4-FFF2-40B4-BE49-F238E27FC236}">
                <a16:creationId xmlns:a16="http://schemas.microsoft.com/office/drawing/2014/main" id="{7C4B8BB0-A5FA-4414-AAB8-928535F9070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19" name="3 Imagen">
            <a:extLst>
              <a:ext uri="{FF2B5EF4-FFF2-40B4-BE49-F238E27FC236}">
                <a16:creationId xmlns:a16="http://schemas.microsoft.com/office/drawing/2014/main" id="{A671F57D-BE55-45BE-AD52-36B6199614F9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20" name="3 Imagen">
            <a:extLst>
              <a:ext uri="{FF2B5EF4-FFF2-40B4-BE49-F238E27FC236}">
                <a16:creationId xmlns:a16="http://schemas.microsoft.com/office/drawing/2014/main" id="{1E003A3B-70C0-4465-AB34-98C0F47FB25D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21" name="3 Imagen">
            <a:extLst>
              <a:ext uri="{FF2B5EF4-FFF2-40B4-BE49-F238E27FC236}">
                <a16:creationId xmlns:a16="http://schemas.microsoft.com/office/drawing/2014/main" id="{518AA4F4-4F95-4CE9-BBAF-3A6B4BB3FE5A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1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Diagrama 22">
            <a:extLst>
              <a:ext uri="{FF2B5EF4-FFF2-40B4-BE49-F238E27FC236}">
                <a16:creationId xmlns:a16="http://schemas.microsoft.com/office/drawing/2014/main" id="{D7B98077-9B67-4002-9F30-A7D7B6E006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1441919"/>
              </p:ext>
            </p:extLst>
          </p:nvPr>
        </p:nvGraphicFramePr>
        <p:xfrm>
          <a:off x="1920521" y="2752692"/>
          <a:ext cx="5824003" cy="45427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69F3D5BB-4377-4711-B2E8-EC9EB2BB18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16" name="3 Imagen">
            <a:extLst>
              <a:ext uri="{FF2B5EF4-FFF2-40B4-BE49-F238E27FC236}">
                <a16:creationId xmlns:a16="http://schemas.microsoft.com/office/drawing/2014/main" id="{7B652715-20A8-4D9B-8684-CD757B2058B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17" name="3 Imagen">
            <a:extLst>
              <a:ext uri="{FF2B5EF4-FFF2-40B4-BE49-F238E27FC236}">
                <a16:creationId xmlns:a16="http://schemas.microsoft.com/office/drawing/2014/main" id="{6444408E-16A0-477D-A24A-94A73103A6D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6" name="3 Imagen">
            <a:extLst>
              <a:ext uri="{FF2B5EF4-FFF2-40B4-BE49-F238E27FC236}">
                <a16:creationId xmlns:a16="http://schemas.microsoft.com/office/drawing/2014/main" id="{D6759778-4AE2-4BFD-9807-43C1DA1443C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950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9" name="Picture 22" descr="IMG_3734">
            <a:extLst>
              <a:ext uri="{FF2B5EF4-FFF2-40B4-BE49-F238E27FC236}">
                <a16:creationId xmlns:a16="http://schemas.microsoft.com/office/drawing/2014/main" id="{5B6ABFC9-A642-4BE1-AA52-00BBD71A6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325" y="1797005"/>
            <a:ext cx="3054011" cy="2034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14" name="Picture 23" descr="durante_ch_motores 002">
            <a:extLst>
              <a:ext uri="{FF2B5EF4-FFF2-40B4-BE49-F238E27FC236}">
                <a16:creationId xmlns:a16="http://schemas.microsoft.com/office/drawing/2014/main" id="{758BE9D9-4F68-4F59-8C59-F12F1E990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6897" y="1797005"/>
            <a:ext cx="2712081" cy="2034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C716F732-E114-49D4-85ED-CE613EBE2E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22" name="Picture 19" descr="Altamira(16-10-08) 010">
            <a:extLst>
              <a:ext uri="{FF2B5EF4-FFF2-40B4-BE49-F238E27FC236}">
                <a16:creationId xmlns:a16="http://schemas.microsoft.com/office/drawing/2014/main" id="{41435512-0FDD-47EA-A84F-1175FFBB2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7869" y="3894552"/>
            <a:ext cx="2616200" cy="1962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0" descr="Altamira(16-10-08) 009">
            <a:extLst>
              <a:ext uri="{FF2B5EF4-FFF2-40B4-BE49-F238E27FC236}">
                <a16:creationId xmlns:a16="http://schemas.microsoft.com/office/drawing/2014/main" id="{4A6EB4C8-D500-42DD-9749-034B1E251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00" y="3885026"/>
            <a:ext cx="2632075" cy="1974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1" descr="IMG_3178">
            <a:extLst>
              <a:ext uri="{FF2B5EF4-FFF2-40B4-BE49-F238E27FC236}">
                <a16:creationId xmlns:a16="http://schemas.microsoft.com/office/drawing/2014/main" id="{E1B46BE9-AFE4-41C0-AF4E-D64F5A944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188" y="3904077"/>
            <a:ext cx="2597151" cy="1949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6" descr="realizacion 055">
            <a:extLst>
              <a:ext uri="{FF2B5EF4-FFF2-40B4-BE49-F238E27FC236}">
                <a16:creationId xmlns:a16="http://schemas.microsoft.com/office/drawing/2014/main" id="{30662245-2CA5-4D08-B1E3-9356E0120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01" y="5913839"/>
            <a:ext cx="2560455" cy="1920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7" descr="IMG_3655">
            <a:extLst>
              <a:ext uri="{FF2B5EF4-FFF2-40B4-BE49-F238E27FC236}">
                <a16:creationId xmlns:a16="http://schemas.microsoft.com/office/drawing/2014/main" id="{1D08BA53-99D0-4E32-AAA3-9FDD265D0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199" y="5920190"/>
            <a:ext cx="2551988" cy="1914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9" descr="IMG_4322">
            <a:extLst>
              <a:ext uri="{FF2B5EF4-FFF2-40B4-BE49-F238E27FC236}">
                <a16:creationId xmlns:a16="http://schemas.microsoft.com/office/drawing/2014/main" id="{EAF170D6-25D9-4898-AF5A-EFC42D169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539" y="5926539"/>
            <a:ext cx="1436607" cy="1914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8" descr="IMG_4316">
            <a:extLst>
              <a:ext uri="{FF2B5EF4-FFF2-40B4-BE49-F238E27FC236}">
                <a16:creationId xmlns:a16="http://schemas.microsoft.com/office/drawing/2014/main" id="{16DA3097-1E73-467A-B67F-CAF59862F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0536" y="5928675"/>
            <a:ext cx="1176403" cy="156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3 Imagen">
            <a:extLst>
              <a:ext uri="{FF2B5EF4-FFF2-40B4-BE49-F238E27FC236}">
                <a16:creationId xmlns:a16="http://schemas.microsoft.com/office/drawing/2014/main" id="{4FCE3B63-F366-4877-A71D-44D0C17DD587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30" name="3 Imagen">
            <a:extLst>
              <a:ext uri="{FF2B5EF4-FFF2-40B4-BE49-F238E27FC236}">
                <a16:creationId xmlns:a16="http://schemas.microsoft.com/office/drawing/2014/main" id="{E416E39E-FC5F-4F37-A100-FE3DB84B32AE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14" name="3 Imagen">
            <a:extLst>
              <a:ext uri="{FF2B5EF4-FFF2-40B4-BE49-F238E27FC236}">
                <a16:creationId xmlns:a16="http://schemas.microsoft.com/office/drawing/2014/main" id="{C138DB8B-FA78-4CFC-8696-DFD613C84181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582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80" name="Picture 14" descr="IMG_4343">
            <a:extLst>
              <a:ext uri="{FF2B5EF4-FFF2-40B4-BE49-F238E27FC236}">
                <a16:creationId xmlns:a16="http://schemas.microsoft.com/office/drawing/2014/main" id="{15775BB3-97E7-4F80-A767-38BE4A4BE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31" y="2234936"/>
            <a:ext cx="2759075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81" name="Picture 17" descr="IMG_4312">
            <a:extLst>
              <a:ext uri="{FF2B5EF4-FFF2-40B4-BE49-F238E27FC236}">
                <a16:creationId xmlns:a16="http://schemas.microsoft.com/office/drawing/2014/main" id="{D273004A-D53C-40F1-B595-51409525F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785" y="2234943"/>
            <a:ext cx="2765425" cy="207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2B7AFDD-3C1B-466E-A6AF-9E9A7114CD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19" name="Picture 13" descr="IMG_4305">
            <a:extLst>
              <a:ext uri="{FF2B5EF4-FFF2-40B4-BE49-F238E27FC236}">
                <a16:creationId xmlns:a16="http://schemas.microsoft.com/office/drawing/2014/main" id="{E6B2F1A3-14C2-4212-AE02-FA444C70D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876" y="4357573"/>
            <a:ext cx="2771775" cy="207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4" descr="IMG_4310">
            <a:extLst>
              <a:ext uri="{FF2B5EF4-FFF2-40B4-BE49-F238E27FC236}">
                <a16:creationId xmlns:a16="http://schemas.microsoft.com/office/drawing/2014/main" id="{2A68FBE0-AD81-4C5E-A474-1EAA84495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6" y="4357571"/>
            <a:ext cx="2746375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18" descr="IMG_4323">
            <a:extLst>
              <a:ext uri="{FF2B5EF4-FFF2-40B4-BE49-F238E27FC236}">
                <a16:creationId xmlns:a16="http://schemas.microsoft.com/office/drawing/2014/main" id="{11B54B38-CE35-422A-BCF6-263659741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706" y="4357572"/>
            <a:ext cx="2047083" cy="2729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3 Imagen">
            <a:extLst>
              <a:ext uri="{FF2B5EF4-FFF2-40B4-BE49-F238E27FC236}">
                <a16:creationId xmlns:a16="http://schemas.microsoft.com/office/drawing/2014/main" id="{6B4652A2-1DB4-41D6-98D5-64CEABE7E44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23" name="3 Imagen">
            <a:extLst>
              <a:ext uri="{FF2B5EF4-FFF2-40B4-BE49-F238E27FC236}">
                <a16:creationId xmlns:a16="http://schemas.microsoft.com/office/drawing/2014/main" id="{5C3474DA-A098-4AD7-9831-70DD7B46724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10" name="3 Imagen">
            <a:extLst>
              <a:ext uri="{FF2B5EF4-FFF2-40B4-BE49-F238E27FC236}">
                <a16:creationId xmlns:a16="http://schemas.microsoft.com/office/drawing/2014/main" id="{572E085A-1F10-4B09-A4D9-B9C648972AB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138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>
            <a:extLst>
              <a:ext uri="{FF2B5EF4-FFF2-40B4-BE49-F238E27FC236}">
                <a16:creationId xmlns:a16="http://schemas.microsoft.com/office/drawing/2014/main" id="{13CB4436-1B52-4E5F-9F83-B8CD503758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7E84539-7487-43B8-8029-E2915E0D2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E1F28779-1A8F-41DA-8BCD-889FB7D06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27" y="3372685"/>
            <a:ext cx="8207223" cy="23568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660FBB2-E363-487E-9317-3D69227F89FA}"/>
              </a:ext>
            </a:extLst>
          </p:cNvPr>
          <p:cNvSpPr txBox="1"/>
          <p:nvPr/>
        </p:nvSpPr>
        <p:spPr>
          <a:xfrm>
            <a:off x="941588" y="1765411"/>
            <a:ext cx="74975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/>
              <a:t>PRIMEROS ESTÁNDAR</a:t>
            </a:r>
          </a:p>
          <a:p>
            <a:pPr algn="ctr"/>
            <a:r>
              <a:rPr lang="es-ES" sz="2000" b="1" dirty="0"/>
              <a:t>LAYOUT</a:t>
            </a:r>
          </a:p>
        </p:txBody>
      </p:sp>
      <p:pic>
        <p:nvPicPr>
          <p:cNvPr id="9" name="3 Imagen">
            <a:extLst>
              <a:ext uri="{FF2B5EF4-FFF2-40B4-BE49-F238E27FC236}">
                <a16:creationId xmlns:a16="http://schemas.microsoft.com/office/drawing/2014/main" id="{6A270CB5-3953-496A-A077-CC25EC514A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39B7BE0D-DD10-4F54-9C2C-FCE656ABEA33}"/>
              </a:ext>
            </a:extLst>
          </p:cNvPr>
          <p:cNvSpPr/>
          <p:nvPr/>
        </p:nvSpPr>
        <p:spPr>
          <a:xfrm>
            <a:off x="532005" y="6674316"/>
            <a:ext cx="8316745" cy="922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222222"/>
                </a:solidFill>
              </a:rPr>
              <a:t>Layout es el diseño de la disposición mas óptima de los elementos de las zonas de trabajo. Los objetivos del layout son facilitar la eliminación de los 8 desperdicios o “MUDAS”.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0AACE6E-CDAC-4DA6-8D64-4FF4481BF37B}"/>
              </a:ext>
            </a:extLst>
          </p:cNvPr>
          <p:cNvSpPr txBox="1"/>
          <p:nvPr/>
        </p:nvSpPr>
        <p:spPr>
          <a:xfrm>
            <a:off x="7316474" y="2463422"/>
            <a:ext cx="1207907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ighlight>
                  <a:srgbClr val="FFFF00"/>
                </a:highlight>
              </a:rPr>
              <a:t>ESTANDAR</a:t>
            </a:r>
          </a:p>
        </p:txBody>
      </p:sp>
      <p:pic>
        <p:nvPicPr>
          <p:cNvPr id="12" name="3 Imagen">
            <a:extLst>
              <a:ext uri="{FF2B5EF4-FFF2-40B4-BE49-F238E27FC236}">
                <a16:creationId xmlns:a16="http://schemas.microsoft.com/office/drawing/2014/main" id="{3361C6B5-26E1-442F-9E94-09E1699AACF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899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34819CD1-B376-42CB-996F-379189805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72" y="3191383"/>
            <a:ext cx="8919455" cy="5106711"/>
          </a:xfrm>
          <a:prstGeom prst="rect">
            <a:avLst/>
          </a:prstGeom>
        </p:spPr>
      </p:pic>
      <p:pic>
        <p:nvPicPr>
          <p:cNvPr id="14" name="3 Imagen">
            <a:extLst>
              <a:ext uri="{FF2B5EF4-FFF2-40B4-BE49-F238E27FC236}">
                <a16:creationId xmlns:a16="http://schemas.microsoft.com/office/drawing/2014/main" id="{4EDAA244-6FC9-44F8-8100-6431E404E7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54FDE83-137C-48A3-A71A-46EC5F2E0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8D594F57-C9E6-4CAF-8E69-66E8ECE0E080}"/>
              </a:ext>
            </a:extLst>
          </p:cNvPr>
          <p:cNvSpPr txBox="1"/>
          <p:nvPr/>
        </p:nvSpPr>
        <p:spPr>
          <a:xfrm>
            <a:off x="941588" y="1765411"/>
            <a:ext cx="74975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/>
              <a:t>PRIMEROS ESTÁNDAR</a:t>
            </a:r>
          </a:p>
          <a:p>
            <a:pPr algn="ctr"/>
            <a:r>
              <a:rPr lang="es-ES" sz="2000" b="1" dirty="0"/>
              <a:t>SEÑALIZACIÓN SUELO</a:t>
            </a:r>
          </a:p>
        </p:txBody>
      </p:sp>
      <p:pic>
        <p:nvPicPr>
          <p:cNvPr id="18" name="3 Imagen">
            <a:extLst>
              <a:ext uri="{FF2B5EF4-FFF2-40B4-BE49-F238E27FC236}">
                <a16:creationId xmlns:a16="http://schemas.microsoft.com/office/drawing/2014/main" id="{8217F00B-3A29-4FF5-8132-3EDB60E64E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66675"/>
            <a:ext cx="0" cy="381000"/>
            <a:chOff x="1043" y="1552"/>
            <a:chExt cx="155" cy="76"/>
          </a:xfrm>
        </p:grpSpPr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A4835EE5-86BC-4407-97AB-B560E63A7F18}"/>
              </a:ext>
            </a:extLst>
          </p:cNvPr>
          <p:cNvSpPr txBox="1"/>
          <p:nvPr/>
        </p:nvSpPr>
        <p:spPr>
          <a:xfrm>
            <a:off x="7437659" y="2414582"/>
            <a:ext cx="1207907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ighlight>
                  <a:srgbClr val="FFFF00"/>
                </a:highlight>
              </a:rPr>
              <a:t>ESTANDAR</a:t>
            </a:r>
          </a:p>
        </p:txBody>
      </p:sp>
      <p:pic>
        <p:nvPicPr>
          <p:cNvPr id="9" name="3 Imagen">
            <a:extLst>
              <a:ext uri="{FF2B5EF4-FFF2-40B4-BE49-F238E27FC236}">
                <a16:creationId xmlns:a16="http://schemas.microsoft.com/office/drawing/2014/main" id="{97142A81-72A7-4930-8748-F0265E76090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479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050115CA-F68F-4AAD-A68F-F8EFC7F9F443}"/>
              </a:ext>
            </a:extLst>
          </p:cNvPr>
          <p:cNvSpPr/>
          <p:nvPr/>
        </p:nvSpPr>
        <p:spPr>
          <a:xfrm>
            <a:off x="4015609" y="1489258"/>
            <a:ext cx="1205555" cy="1205555"/>
          </a:xfrm>
          <a:custGeom>
            <a:avLst/>
            <a:gdLst>
              <a:gd name="connsiteX0" fmla="*/ 0 w 1148003"/>
              <a:gd name="connsiteY0" fmla="*/ 574002 h 1148003"/>
              <a:gd name="connsiteX1" fmla="*/ 574002 w 1148003"/>
              <a:gd name="connsiteY1" fmla="*/ 0 h 1148003"/>
              <a:gd name="connsiteX2" fmla="*/ 1148004 w 1148003"/>
              <a:gd name="connsiteY2" fmla="*/ 574002 h 1148003"/>
              <a:gd name="connsiteX3" fmla="*/ 574002 w 1148003"/>
              <a:gd name="connsiteY3" fmla="*/ 1148004 h 1148003"/>
              <a:gd name="connsiteX4" fmla="*/ 0 w 1148003"/>
              <a:gd name="connsiteY4" fmla="*/ 574002 h 114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8003" h="1148003">
                <a:moveTo>
                  <a:pt x="0" y="574002"/>
                </a:moveTo>
                <a:cubicBezTo>
                  <a:pt x="0" y="256989"/>
                  <a:pt x="256989" y="0"/>
                  <a:pt x="574002" y="0"/>
                </a:cubicBezTo>
                <a:cubicBezTo>
                  <a:pt x="891015" y="0"/>
                  <a:pt x="1148004" y="256989"/>
                  <a:pt x="1148004" y="574002"/>
                </a:cubicBezTo>
                <a:cubicBezTo>
                  <a:pt x="1148004" y="891015"/>
                  <a:pt x="891015" y="1148004"/>
                  <a:pt x="574002" y="1148004"/>
                </a:cubicBezTo>
                <a:cubicBezTo>
                  <a:pt x="256989" y="1148004"/>
                  <a:pt x="0" y="891015"/>
                  <a:pt x="0" y="574002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9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2091" tIns="182091" rIns="182091" bIns="182091" numCol="1" spcCol="1270" anchor="ctr" anchorCtr="0">
            <a:noAutofit/>
          </a:bodyPr>
          <a:lstStyle/>
          <a:p>
            <a:pPr algn="ctr" defTabSz="48893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1100" b="1" dirty="0">
                <a:solidFill>
                  <a:schemeClr val="tx1"/>
                </a:solidFill>
              </a:rPr>
              <a:t>INVENTARIAR</a:t>
            </a:r>
          </a:p>
        </p:txBody>
      </p:sp>
      <p:pic>
        <p:nvPicPr>
          <p:cNvPr id="3" name="Gráfico 2" descr="Código QR">
            <a:extLst>
              <a:ext uri="{FF2B5EF4-FFF2-40B4-BE49-F238E27FC236}">
                <a16:creationId xmlns:a16="http://schemas.microsoft.com/office/drawing/2014/main" id="{41480022-AA74-42BD-A468-A7CFD7405F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5656" y="2959709"/>
            <a:ext cx="4112703" cy="411270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9DC52D1-8DE6-4BE6-9A76-BD9B052FD1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6" name="3 Imagen">
            <a:extLst>
              <a:ext uri="{FF2B5EF4-FFF2-40B4-BE49-F238E27FC236}">
                <a16:creationId xmlns:a16="http://schemas.microsoft.com/office/drawing/2014/main" id="{A9EFD570-B1A6-4D50-99C6-A0832C580FE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F6760E9E-8A34-4551-A740-26CD00965DC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6D1491FB-B807-4CD8-A32C-29922A34D03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480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C7CD4C2-0B30-4DC7-9E7D-86399E969FFD}"/>
              </a:ext>
            </a:extLst>
          </p:cNvPr>
          <p:cNvSpPr txBox="1"/>
          <p:nvPr/>
        </p:nvSpPr>
        <p:spPr>
          <a:xfrm>
            <a:off x="1568745" y="2103922"/>
            <a:ext cx="661891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600" dirty="0"/>
              <a:t>GESTIÓN INVENTARIO ALBERTO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986D42-07AB-4015-B94F-B2CFA5BCF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5" name="3 Imagen">
            <a:extLst>
              <a:ext uri="{FF2B5EF4-FFF2-40B4-BE49-F238E27FC236}">
                <a16:creationId xmlns:a16="http://schemas.microsoft.com/office/drawing/2014/main" id="{454C7760-1E51-4BBA-B19B-2AE8E916ABE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6" name="3 Imagen">
            <a:extLst>
              <a:ext uri="{FF2B5EF4-FFF2-40B4-BE49-F238E27FC236}">
                <a16:creationId xmlns:a16="http://schemas.microsoft.com/office/drawing/2014/main" id="{D0DC067F-7252-4ECE-B4D3-7266302873D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B2BCBA52-9376-4C68-9A86-4AE3ABCF62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767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050115CA-F68F-4AAD-A68F-F8EFC7F9F443}"/>
              </a:ext>
            </a:extLst>
          </p:cNvPr>
          <p:cNvSpPr/>
          <p:nvPr/>
        </p:nvSpPr>
        <p:spPr>
          <a:xfrm>
            <a:off x="4015609" y="1489258"/>
            <a:ext cx="1205555" cy="1205555"/>
          </a:xfrm>
          <a:custGeom>
            <a:avLst/>
            <a:gdLst>
              <a:gd name="connsiteX0" fmla="*/ 0 w 1148003"/>
              <a:gd name="connsiteY0" fmla="*/ 574002 h 1148003"/>
              <a:gd name="connsiteX1" fmla="*/ 574002 w 1148003"/>
              <a:gd name="connsiteY1" fmla="*/ 0 h 1148003"/>
              <a:gd name="connsiteX2" fmla="*/ 1148004 w 1148003"/>
              <a:gd name="connsiteY2" fmla="*/ 574002 h 1148003"/>
              <a:gd name="connsiteX3" fmla="*/ 574002 w 1148003"/>
              <a:gd name="connsiteY3" fmla="*/ 1148004 h 1148003"/>
              <a:gd name="connsiteX4" fmla="*/ 0 w 1148003"/>
              <a:gd name="connsiteY4" fmla="*/ 574002 h 114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8003" h="1148003">
                <a:moveTo>
                  <a:pt x="0" y="574002"/>
                </a:moveTo>
                <a:cubicBezTo>
                  <a:pt x="0" y="256989"/>
                  <a:pt x="256989" y="0"/>
                  <a:pt x="574002" y="0"/>
                </a:cubicBezTo>
                <a:cubicBezTo>
                  <a:pt x="891015" y="0"/>
                  <a:pt x="1148004" y="256989"/>
                  <a:pt x="1148004" y="574002"/>
                </a:cubicBezTo>
                <a:cubicBezTo>
                  <a:pt x="1148004" y="891015"/>
                  <a:pt x="891015" y="1148004"/>
                  <a:pt x="574002" y="1148004"/>
                </a:cubicBezTo>
                <a:cubicBezTo>
                  <a:pt x="256989" y="1148004"/>
                  <a:pt x="0" y="891015"/>
                  <a:pt x="0" y="574002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2091" tIns="182091" rIns="182091" bIns="182091" numCol="1" spcCol="1270" anchor="ctr" anchorCtr="0">
            <a:noAutofit/>
          </a:bodyPr>
          <a:lstStyle/>
          <a:p>
            <a:pPr algn="ctr" defTabSz="48893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1100" b="1" dirty="0">
                <a:solidFill>
                  <a:schemeClr val="tx1"/>
                </a:solidFill>
              </a:rPr>
              <a:t>UBICAR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3FF27B7-CBEE-4321-AE8F-DF877602F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789E99B-2B8F-437D-83F8-71ADE8EE8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5455" y="3002115"/>
            <a:ext cx="4090364" cy="3540913"/>
          </a:xfrm>
          <a:prstGeom prst="rect">
            <a:avLst/>
          </a:prstGeom>
        </p:spPr>
      </p:pic>
      <p:pic>
        <p:nvPicPr>
          <p:cNvPr id="11" name="3 Imagen">
            <a:extLst>
              <a:ext uri="{FF2B5EF4-FFF2-40B4-BE49-F238E27FC236}">
                <a16:creationId xmlns:a16="http://schemas.microsoft.com/office/drawing/2014/main" id="{0265F5EA-87F7-4D12-AFDA-0B34EAF56A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12" name="3 Imagen">
            <a:extLst>
              <a:ext uri="{FF2B5EF4-FFF2-40B4-BE49-F238E27FC236}">
                <a16:creationId xmlns:a16="http://schemas.microsoft.com/office/drawing/2014/main" id="{EB19E053-17C9-445A-881E-5F287180AF2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7EA43589-C327-472A-86B6-791B3CE6BD7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507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3FF27B7-CBEE-4321-AE8F-DF877602F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44C6C19A-00E5-4712-9F71-A284CA4FE092}"/>
              </a:ext>
            </a:extLst>
          </p:cNvPr>
          <p:cNvSpPr/>
          <p:nvPr/>
        </p:nvSpPr>
        <p:spPr>
          <a:xfrm>
            <a:off x="1328135" y="3439674"/>
            <a:ext cx="6912481" cy="3137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Definir un nombre, código  o color para cada clase de artículo.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Determinar la cantidad exacta que debe haber de cada artículo.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Decidir donde guardar las cosas tomando en cuenta la frecuencia de su uso.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Crear los medios para asegurar que cada artículo regrese a su lugar.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Colocar las cosas útiles por orden según criterios de: Seguridad / Calidad / Eficacia. </a:t>
            </a:r>
          </a:p>
          <a:p>
            <a:pPr marL="742852" lvl="1" indent="-285750">
              <a:buFont typeface="Arial" panose="020B0604020202020204" pitchFamily="34" charset="0"/>
              <a:buChar char="•"/>
            </a:pPr>
            <a:r>
              <a:rPr lang="es-ES" dirty="0"/>
              <a:t>Seguridad:</a:t>
            </a:r>
            <a:r>
              <a:rPr lang="es-ES" b="1" dirty="0"/>
              <a:t> </a:t>
            </a:r>
            <a:r>
              <a:rPr lang="es-ES" dirty="0"/>
              <a:t>Que no se puedan caer, que no se puedan mover, que no estorben. Calidad: Que no se oxiden, que no se golpeen, que no se puedan mezclar, que no se deterioren. </a:t>
            </a:r>
          </a:p>
          <a:p>
            <a:pPr marL="742852" lvl="1" indent="-285750">
              <a:buFont typeface="Arial" panose="020B0604020202020204" pitchFamily="34" charset="0"/>
              <a:buChar char="•"/>
            </a:pPr>
            <a:r>
              <a:rPr lang="es-ES" dirty="0"/>
              <a:t>Eficacia: Minimizar el tiempo perdido</a:t>
            </a:r>
            <a:r>
              <a:rPr lang="es-ES" dirty="0">
                <a:solidFill>
                  <a:srgbClr val="748669"/>
                </a:solidFill>
                <a:latin typeface="&amp;quot"/>
              </a:rPr>
              <a:t>.</a:t>
            </a:r>
          </a:p>
        </p:txBody>
      </p:sp>
      <p:pic>
        <p:nvPicPr>
          <p:cNvPr id="15" name="3 Imagen">
            <a:extLst>
              <a:ext uri="{FF2B5EF4-FFF2-40B4-BE49-F238E27FC236}">
                <a16:creationId xmlns:a16="http://schemas.microsoft.com/office/drawing/2014/main" id="{D40F6FEB-C87D-4B69-8E05-51911BE5420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16" name="3 Imagen">
            <a:extLst>
              <a:ext uri="{FF2B5EF4-FFF2-40B4-BE49-F238E27FC236}">
                <a16:creationId xmlns:a16="http://schemas.microsoft.com/office/drawing/2014/main" id="{44C63AC3-2FE4-4078-B585-8C3EC1A42B1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6C5B478C-9F28-4FF9-9671-52C7F8AC3DB9}"/>
              </a:ext>
            </a:extLst>
          </p:cNvPr>
          <p:cNvSpPr txBox="1"/>
          <p:nvPr/>
        </p:nvSpPr>
        <p:spPr>
          <a:xfrm>
            <a:off x="1137949" y="2423958"/>
            <a:ext cx="74975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/>
              <a:t>CRITERIOS</a:t>
            </a:r>
          </a:p>
        </p:txBody>
      </p:sp>
      <p:pic>
        <p:nvPicPr>
          <p:cNvPr id="7" name="3 Imagen">
            <a:extLst>
              <a:ext uri="{FF2B5EF4-FFF2-40B4-BE49-F238E27FC236}">
                <a16:creationId xmlns:a16="http://schemas.microsoft.com/office/drawing/2014/main" id="{40C1734A-C08D-41AC-9B88-D2829615A88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146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3 Imagen">
            <a:extLst>
              <a:ext uri="{FF2B5EF4-FFF2-40B4-BE49-F238E27FC236}">
                <a16:creationId xmlns:a16="http://schemas.microsoft.com/office/drawing/2014/main" id="{507F5AAB-A28A-4E2A-BF22-54CA7B8DF7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82ED611-EAD7-4705-85FD-F99B89930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5" name="3 Imagen">
            <a:extLst>
              <a:ext uri="{FF2B5EF4-FFF2-40B4-BE49-F238E27FC236}">
                <a16:creationId xmlns:a16="http://schemas.microsoft.com/office/drawing/2014/main" id="{5E0BAAC2-0D6E-475B-BF01-B944A240D0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4AE81366-342A-4402-A0A1-1419415B417D}"/>
              </a:ext>
            </a:extLst>
          </p:cNvPr>
          <p:cNvSpPr/>
          <p:nvPr/>
        </p:nvSpPr>
        <p:spPr>
          <a:xfrm>
            <a:off x="663766" y="7707465"/>
            <a:ext cx="7816467" cy="369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Decidir donde guardar las cosas tomando en cuenta la frecuencia de su uso.</a:t>
            </a:r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5A62F7FB-027E-4B02-A703-396CBB741478}"/>
              </a:ext>
            </a:extLst>
          </p:cNvPr>
          <p:cNvGrpSpPr/>
          <p:nvPr/>
        </p:nvGrpSpPr>
        <p:grpSpPr>
          <a:xfrm>
            <a:off x="6276593" y="2650375"/>
            <a:ext cx="2707616" cy="3558518"/>
            <a:chOff x="6236201" y="2980847"/>
            <a:chExt cx="2707616" cy="3558518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DB7C67CE-5257-4590-92DD-D7A5329AF124}"/>
                </a:ext>
              </a:extLst>
            </p:cNvPr>
            <p:cNvGrpSpPr/>
            <p:nvPr/>
          </p:nvGrpSpPr>
          <p:grpSpPr>
            <a:xfrm>
              <a:off x="6236201" y="2980847"/>
              <a:ext cx="1091760" cy="3558518"/>
              <a:chOff x="5524705" y="772267"/>
              <a:chExt cx="368177" cy="1437503"/>
            </a:xfrm>
          </p:grpSpPr>
          <p:grpSp>
            <p:nvGrpSpPr>
              <p:cNvPr id="8" name="Grupo 7">
                <a:extLst>
                  <a:ext uri="{FF2B5EF4-FFF2-40B4-BE49-F238E27FC236}">
                    <a16:creationId xmlns:a16="http://schemas.microsoft.com/office/drawing/2014/main" id="{3E493408-CCB6-4569-ADED-DF3119DF8C98}"/>
                  </a:ext>
                </a:extLst>
              </p:cNvPr>
              <p:cNvGrpSpPr/>
              <p:nvPr/>
            </p:nvGrpSpPr>
            <p:grpSpPr>
              <a:xfrm>
                <a:off x="5524705" y="772267"/>
                <a:ext cx="368177" cy="1437503"/>
                <a:chOff x="5695023" y="630940"/>
                <a:chExt cx="368177" cy="1437503"/>
              </a:xfrm>
            </p:grpSpPr>
            <p:grpSp>
              <p:nvGrpSpPr>
                <p:cNvPr id="10" name="Grupo 9">
                  <a:extLst>
                    <a:ext uri="{FF2B5EF4-FFF2-40B4-BE49-F238E27FC236}">
                      <a16:creationId xmlns:a16="http://schemas.microsoft.com/office/drawing/2014/main" id="{B09382DD-32A4-44CC-86F0-7E5C5CA3ECA8}"/>
                    </a:ext>
                  </a:extLst>
                </p:cNvPr>
                <p:cNvGrpSpPr/>
                <p:nvPr/>
              </p:nvGrpSpPr>
              <p:grpSpPr>
                <a:xfrm>
                  <a:off x="5695023" y="672826"/>
                  <a:ext cx="368177" cy="1395617"/>
                  <a:chOff x="5437965" y="394405"/>
                  <a:chExt cx="368177" cy="1395617"/>
                </a:xfrm>
              </p:grpSpPr>
              <p:grpSp>
                <p:nvGrpSpPr>
                  <p:cNvPr id="12" name="Grupo 11">
                    <a:extLst>
                      <a:ext uri="{FF2B5EF4-FFF2-40B4-BE49-F238E27FC236}">
                        <a16:creationId xmlns:a16="http://schemas.microsoft.com/office/drawing/2014/main" id="{12483A1E-4896-4B51-B1BB-EDABCB461A0F}"/>
                      </a:ext>
                    </a:extLst>
                  </p:cNvPr>
                  <p:cNvGrpSpPr/>
                  <p:nvPr/>
                </p:nvGrpSpPr>
                <p:grpSpPr>
                  <a:xfrm>
                    <a:off x="5437965" y="394405"/>
                    <a:ext cx="368177" cy="1395617"/>
                    <a:chOff x="5437965" y="394405"/>
                    <a:chExt cx="368177" cy="1395617"/>
                  </a:xfrm>
                </p:grpSpPr>
                <p:pic>
                  <p:nvPicPr>
                    <p:cNvPr id="14" name="Gráfico 13" descr="Reloj de pulsera">
                      <a:extLst>
                        <a:ext uri="{FF2B5EF4-FFF2-40B4-BE49-F238E27FC236}">
                          <a16:creationId xmlns:a16="http://schemas.microsoft.com/office/drawing/2014/main" id="{6CDB6B1C-8410-40B0-9476-AD89AB5804A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437965" y="394405"/>
                      <a:ext cx="345038" cy="345038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5" name="Gráfico 14" descr="Calendario giratorio">
                      <a:extLst>
                        <a:ext uri="{FF2B5EF4-FFF2-40B4-BE49-F238E27FC236}">
                          <a16:creationId xmlns:a16="http://schemas.microsoft.com/office/drawing/2014/main" id="{C470D8D4-9DD4-475A-A406-258E8FF97B7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440462" y="739443"/>
                      <a:ext cx="365680" cy="36568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6" name="Gráfico 15" descr="Calendario mensual">
                      <a:extLst>
                        <a:ext uri="{FF2B5EF4-FFF2-40B4-BE49-F238E27FC236}">
                          <a16:creationId xmlns:a16="http://schemas.microsoft.com/office/drawing/2014/main" id="{A2D1868A-A078-41F6-AE37-D9F899E34DD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440462" y="1424342"/>
                      <a:ext cx="365680" cy="365680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3" name="Gráfico 12" descr="Calendario">
                    <a:extLst>
                      <a:ext uri="{FF2B5EF4-FFF2-40B4-BE49-F238E27FC236}">
                        <a16:creationId xmlns:a16="http://schemas.microsoft.com/office/drawing/2014/main" id="{63719452-6778-4DBB-BF92-563CC96F8A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440462" y="1072506"/>
                    <a:ext cx="365680" cy="36568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1" name="Rectángulo: esquinas redondeadas 10">
                  <a:extLst>
                    <a:ext uri="{FF2B5EF4-FFF2-40B4-BE49-F238E27FC236}">
                      <a16:creationId xmlns:a16="http://schemas.microsoft.com/office/drawing/2014/main" id="{ECBD80BC-C446-4A9B-86FC-8C465B590AFD}"/>
                    </a:ext>
                  </a:extLst>
                </p:cNvPr>
                <p:cNvSpPr/>
                <p:nvPr/>
              </p:nvSpPr>
              <p:spPr>
                <a:xfrm>
                  <a:off x="5695023" y="630940"/>
                  <a:ext cx="357205" cy="142659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9C03B94B-56DB-402C-A7C6-771E60B73D9A}"/>
                  </a:ext>
                </a:extLst>
              </p:cNvPr>
              <p:cNvSpPr txBox="1"/>
              <p:nvPr/>
            </p:nvSpPr>
            <p:spPr>
              <a:xfrm>
                <a:off x="5626951" y="1299970"/>
                <a:ext cx="152713" cy="161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10</a:t>
                </a:r>
              </a:p>
            </p:txBody>
          </p:sp>
        </p:grp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3628F50D-EB49-488A-A2B1-945695460516}"/>
                </a:ext>
              </a:extLst>
            </p:cNvPr>
            <p:cNvSpPr txBox="1"/>
            <p:nvPr/>
          </p:nvSpPr>
          <p:spPr>
            <a:xfrm>
              <a:off x="7259347" y="3396803"/>
              <a:ext cx="16759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b="1" dirty="0"/>
                <a:t>MUCHAS VECES AL DÍA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11FBF1C7-51C3-4C01-8414-B7BD3401D34D}"/>
                </a:ext>
              </a:extLst>
            </p:cNvPr>
            <p:cNvSpPr txBox="1"/>
            <p:nvPr/>
          </p:nvSpPr>
          <p:spPr>
            <a:xfrm>
              <a:off x="7267848" y="4321764"/>
              <a:ext cx="16759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b="1" dirty="0"/>
                <a:t>VARIAS VECES POR SEMANA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9799CF5E-5172-4CF2-B651-89E661FC66C1}"/>
                </a:ext>
              </a:extLst>
            </p:cNvPr>
            <p:cNvSpPr txBox="1"/>
            <p:nvPr/>
          </p:nvSpPr>
          <p:spPr>
            <a:xfrm>
              <a:off x="7259346" y="5091966"/>
              <a:ext cx="16759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b="1" dirty="0"/>
                <a:t>VARIAS VECES EN UN MES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F5F5346E-DF21-41C1-86D5-5178A52E2C1F}"/>
                </a:ext>
              </a:extLst>
            </p:cNvPr>
            <p:cNvSpPr txBox="1"/>
            <p:nvPr/>
          </p:nvSpPr>
          <p:spPr>
            <a:xfrm>
              <a:off x="7231845" y="5948247"/>
              <a:ext cx="16759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b="1" dirty="0"/>
                <a:t>VARIAS VECES EN UN AÑO</a:t>
              </a:r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30852E17-4A61-4E8D-ADB2-9F2B2712220C}"/>
              </a:ext>
            </a:extLst>
          </p:cNvPr>
          <p:cNvGrpSpPr/>
          <p:nvPr/>
        </p:nvGrpSpPr>
        <p:grpSpPr>
          <a:xfrm>
            <a:off x="1793963" y="2388032"/>
            <a:ext cx="4064000" cy="4064000"/>
            <a:chOff x="898838" y="2022747"/>
            <a:chExt cx="4064000" cy="4064000"/>
          </a:xfrm>
        </p:grpSpPr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2D03E033-0D98-46E1-9474-39E5DA3F0A7D}"/>
                </a:ext>
              </a:extLst>
            </p:cNvPr>
            <p:cNvGrpSpPr/>
            <p:nvPr/>
          </p:nvGrpSpPr>
          <p:grpSpPr>
            <a:xfrm rot="10800000">
              <a:off x="898838" y="2022747"/>
              <a:ext cx="4064000" cy="4064000"/>
              <a:chOff x="3367961" y="1213986"/>
              <a:chExt cx="4064000" cy="4064000"/>
            </a:xfrm>
          </p:grpSpPr>
          <p:sp>
            <p:nvSpPr>
              <p:cNvPr id="25" name="Forma libre: forma 24">
                <a:extLst>
                  <a:ext uri="{FF2B5EF4-FFF2-40B4-BE49-F238E27FC236}">
                    <a16:creationId xmlns:a16="http://schemas.microsoft.com/office/drawing/2014/main" id="{26605C96-459A-4306-A304-ED28453D22F7}"/>
                  </a:ext>
                </a:extLst>
              </p:cNvPr>
              <p:cNvSpPr/>
              <p:nvPr/>
            </p:nvSpPr>
            <p:spPr>
              <a:xfrm>
                <a:off x="3367961" y="1213986"/>
                <a:ext cx="4064000" cy="4064000"/>
              </a:xfrm>
              <a:custGeom>
                <a:avLst/>
                <a:gdLst>
                  <a:gd name="connsiteX0" fmla="*/ 0 w 4064000"/>
                  <a:gd name="connsiteY0" fmla="*/ 2032000 h 4064000"/>
                  <a:gd name="connsiteX1" fmla="*/ 2032000 w 4064000"/>
                  <a:gd name="connsiteY1" fmla="*/ 0 h 4064000"/>
                  <a:gd name="connsiteX2" fmla="*/ 4064000 w 4064000"/>
                  <a:gd name="connsiteY2" fmla="*/ 2032000 h 4064000"/>
                  <a:gd name="connsiteX3" fmla="*/ 2032000 w 4064000"/>
                  <a:gd name="connsiteY3" fmla="*/ 4064000 h 4064000"/>
                  <a:gd name="connsiteX4" fmla="*/ 0 w 4064000"/>
                  <a:gd name="connsiteY4" fmla="*/ 2032000 h 406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64000" h="4064000">
                    <a:moveTo>
                      <a:pt x="0" y="2032000"/>
                    </a:moveTo>
                    <a:cubicBezTo>
                      <a:pt x="0" y="909757"/>
                      <a:pt x="909757" y="0"/>
                      <a:pt x="2032000" y="0"/>
                    </a:cubicBezTo>
                    <a:cubicBezTo>
                      <a:pt x="3154243" y="0"/>
                      <a:pt x="4064000" y="909757"/>
                      <a:pt x="4064000" y="2032000"/>
                    </a:cubicBezTo>
                    <a:cubicBezTo>
                      <a:pt x="4064000" y="3154243"/>
                      <a:pt x="3154243" y="4064000"/>
                      <a:pt x="2032000" y="4064000"/>
                    </a:cubicBezTo>
                    <a:cubicBezTo>
                      <a:pt x="909757" y="4064000"/>
                      <a:pt x="0" y="3154243"/>
                      <a:pt x="0" y="2032000"/>
                    </a:cubicBezTo>
                    <a:close/>
                  </a:path>
                </a:pathLst>
              </a:custGeom>
              <a:scene3d>
                <a:camera prst="orthographicFront"/>
                <a:lightRig rig="chilly" dir="t"/>
              </a:scene3d>
              <a:sp3d prstMaterial="translucentPowder">
                <a:bevelT w="127000" h="25400" prst="softRound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355344" tIns="288544" rIns="1355344" bIns="3539744" numCol="1" spcCol="1270" anchor="b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s-ES" sz="1200" b="1" kern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Forma libre: forma 25">
                <a:extLst>
                  <a:ext uri="{FF2B5EF4-FFF2-40B4-BE49-F238E27FC236}">
                    <a16:creationId xmlns:a16="http://schemas.microsoft.com/office/drawing/2014/main" id="{71AFADF9-F615-47A6-A260-9B1F864867CC}"/>
                  </a:ext>
                </a:extLst>
              </p:cNvPr>
              <p:cNvSpPr/>
              <p:nvPr/>
            </p:nvSpPr>
            <p:spPr>
              <a:xfrm>
                <a:off x="3672761" y="1823585"/>
                <a:ext cx="3454400" cy="3454400"/>
              </a:xfrm>
              <a:custGeom>
                <a:avLst/>
                <a:gdLst>
                  <a:gd name="connsiteX0" fmla="*/ 0 w 3454400"/>
                  <a:gd name="connsiteY0" fmla="*/ 1727200 h 3454400"/>
                  <a:gd name="connsiteX1" fmla="*/ 1727200 w 3454400"/>
                  <a:gd name="connsiteY1" fmla="*/ 0 h 3454400"/>
                  <a:gd name="connsiteX2" fmla="*/ 3454400 w 3454400"/>
                  <a:gd name="connsiteY2" fmla="*/ 1727200 h 3454400"/>
                  <a:gd name="connsiteX3" fmla="*/ 1727200 w 3454400"/>
                  <a:gd name="connsiteY3" fmla="*/ 3454400 h 3454400"/>
                  <a:gd name="connsiteX4" fmla="*/ 0 w 3454400"/>
                  <a:gd name="connsiteY4" fmla="*/ 1727200 h 345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54400" h="3454400">
                    <a:moveTo>
                      <a:pt x="0" y="1727200"/>
                    </a:moveTo>
                    <a:cubicBezTo>
                      <a:pt x="0" y="773294"/>
                      <a:pt x="773294" y="0"/>
                      <a:pt x="1727200" y="0"/>
                    </a:cubicBezTo>
                    <a:cubicBezTo>
                      <a:pt x="2681106" y="0"/>
                      <a:pt x="3454400" y="773294"/>
                      <a:pt x="3454400" y="1727200"/>
                    </a:cubicBezTo>
                    <a:cubicBezTo>
                      <a:pt x="3454400" y="2681106"/>
                      <a:pt x="2681106" y="3454400"/>
                      <a:pt x="1727200" y="3454400"/>
                    </a:cubicBezTo>
                    <a:cubicBezTo>
                      <a:pt x="773294" y="3454400"/>
                      <a:pt x="0" y="2681106"/>
                      <a:pt x="0" y="1727200"/>
                    </a:cubicBezTo>
                    <a:close/>
                  </a:path>
                </a:pathLst>
              </a:custGeom>
              <a:scene3d>
                <a:camera prst="orthographicFront"/>
                <a:lightRig rig="chilly" dir="t"/>
              </a:scene3d>
              <a:sp3d prstMaterial="translucentPowder">
                <a:bevelT w="127000" h="25400" prst="softRound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2450223"/>
                  <a:satOff val="-10194"/>
                  <a:lumOff val="2402"/>
                  <a:alphaOff val="0"/>
                </a:schemeClr>
              </a:fillRef>
              <a:effectRef idx="0">
                <a:schemeClr val="accent4">
                  <a:hueOff val="2450223"/>
                  <a:satOff val="-10194"/>
                  <a:lumOff val="2402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067689" tIns="283972" rIns="1067689" bIns="2943860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s-ES" sz="1200" b="1" kern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Forma libre: forma 26">
                <a:extLst>
                  <a:ext uri="{FF2B5EF4-FFF2-40B4-BE49-F238E27FC236}">
                    <a16:creationId xmlns:a16="http://schemas.microsoft.com/office/drawing/2014/main" id="{74152011-5684-4A8E-9D3D-9378EF5E46FA}"/>
                  </a:ext>
                </a:extLst>
              </p:cNvPr>
              <p:cNvSpPr/>
              <p:nvPr/>
            </p:nvSpPr>
            <p:spPr>
              <a:xfrm>
                <a:off x="3977561" y="2433185"/>
                <a:ext cx="2844800" cy="2844800"/>
              </a:xfrm>
              <a:custGeom>
                <a:avLst/>
                <a:gdLst>
                  <a:gd name="connsiteX0" fmla="*/ 0 w 2844800"/>
                  <a:gd name="connsiteY0" fmla="*/ 1422400 h 2844800"/>
                  <a:gd name="connsiteX1" fmla="*/ 1422400 w 2844800"/>
                  <a:gd name="connsiteY1" fmla="*/ 0 h 2844800"/>
                  <a:gd name="connsiteX2" fmla="*/ 2844800 w 2844800"/>
                  <a:gd name="connsiteY2" fmla="*/ 1422400 h 2844800"/>
                  <a:gd name="connsiteX3" fmla="*/ 1422400 w 2844800"/>
                  <a:gd name="connsiteY3" fmla="*/ 2844800 h 2844800"/>
                  <a:gd name="connsiteX4" fmla="*/ 0 w 2844800"/>
                  <a:gd name="connsiteY4" fmla="*/ 1422400 h 284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4800" h="2844800">
                    <a:moveTo>
                      <a:pt x="0" y="1422400"/>
                    </a:moveTo>
                    <a:cubicBezTo>
                      <a:pt x="0" y="636830"/>
                      <a:pt x="636830" y="0"/>
                      <a:pt x="1422400" y="0"/>
                    </a:cubicBezTo>
                    <a:cubicBezTo>
                      <a:pt x="2207970" y="0"/>
                      <a:pt x="2844800" y="636830"/>
                      <a:pt x="2844800" y="1422400"/>
                    </a:cubicBezTo>
                    <a:cubicBezTo>
                      <a:pt x="2844800" y="2207970"/>
                      <a:pt x="2207970" y="2844800"/>
                      <a:pt x="1422400" y="2844800"/>
                    </a:cubicBezTo>
                    <a:cubicBezTo>
                      <a:pt x="636830" y="2844800"/>
                      <a:pt x="0" y="2207970"/>
                      <a:pt x="0" y="1422400"/>
                    </a:cubicBezTo>
                    <a:close/>
                  </a:path>
                </a:pathLst>
              </a:custGeom>
              <a:scene3d>
                <a:camera prst="orthographicFront"/>
                <a:lightRig rig="chilly" dir="t"/>
              </a:scene3d>
              <a:sp3d prstMaterial="translucentPowder">
                <a:bevelT w="127000" h="25400" prst="softRound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4900445"/>
                  <a:satOff val="-20388"/>
                  <a:lumOff val="4804"/>
                  <a:alphaOff val="0"/>
                </a:schemeClr>
              </a:fillRef>
              <a:effectRef idx="0">
                <a:schemeClr val="accent4">
                  <a:hueOff val="4900445"/>
                  <a:satOff val="-20388"/>
                  <a:lumOff val="480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71652" tIns="281636" rIns="771652" bIns="2341270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s-ES" sz="1200" b="1" kern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Forma libre: forma 27">
                <a:extLst>
                  <a:ext uri="{FF2B5EF4-FFF2-40B4-BE49-F238E27FC236}">
                    <a16:creationId xmlns:a16="http://schemas.microsoft.com/office/drawing/2014/main" id="{06FE98D6-BA70-45E9-81BD-0CABD7080D0C}"/>
                  </a:ext>
                </a:extLst>
              </p:cNvPr>
              <p:cNvSpPr/>
              <p:nvPr/>
            </p:nvSpPr>
            <p:spPr>
              <a:xfrm rot="10800000">
                <a:off x="4247025" y="3042169"/>
                <a:ext cx="2235200" cy="2235200"/>
              </a:xfrm>
              <a:custGeom>
                <a:avLst/>
                <a:gdLst>
                  <a:gd name="connsiteX0" fmla="*/ 0 w 2235200"/>
                  <a:gd name="connsiteY0" fmla="*/ 1117600 h 2235200"/>
                  <a:gd name="connsiteX1" fmla="*/ 1117600 w 2235200"/>
                  <a:gd name="connsiteY1" fmla="*/ 0 h 2235200"/>
                  <a:gd name="connsiteX2" fmla="*/ 2235200 w 2235200"/>
                  <a:gd name="connsiteY2" fmla="*/ 1117600 h 2235200"/>
                  <a:gd name="connsiteX3" fmla="*/ 1117600 w 2235200"/>
                  <a:gd name="connsiteY3" fmla="*/ 2235200 h 2235200"/>
                  <a:gd name="connsiteX4" fmla="*/ 0 w 2235200"/>
                  <a:gd name="connsiteY4" fmla="*/ 1117600 h 2235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35200" h="2235200">
                    <a:moveTo>
                      <a:pt x="0" y="1117600"/>
                    </a:moveTo>
                    <a:cubicBezTo>
                      <a:pt x="0" y="500367"/>
                      <a:pt x="500367" y="0"/>
                      <a:pt x="1117600" y="0"/>
                    </a:cubicBezTo>
                    <a:cubicBezTo>
                      <a:pt x="1734833" y="0"/>
                      <a:pt x="2235200" y="500367"/>
                      <a:pt x="2235200" y="1117600"/>
                    </a:cubicBezTo>
                    <a:cubicBezTo>
                      <a:pt x="2235200" y="1734833"/>
                      <a:pt x="1734833" y="2235200"/>
                      <a:pt x="1117600" y="2235200"/>
                    </a:cubicBezTo>
                    <a:cubicBezTo>
                      <a:pt x="500367" y="2235200"/>
                      <a:pt x="0" y="1734833"/>
                      <a:pt x="0" y="1117600"/>
                    </a:cubicBezTo>
                    <a:close/>
                  </a:path>
                </a:pathLst>
              </a:custGeom>
              <a:scene3d>
                <a:camera prst="orthographicFront"/>
                <a:lightRig rig="chilly" dir="t"/>
              </a:scene3d>
              <a:sp3d prstMaterial="translucentPowder">
                <a:bevelT w="127000" h="25400" prst="softRound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7350668"/>
                  <a:satOff val="-30583"/>
                  <a:lumOff val="7206"/>
                  <a:alphaOff val="0"/>
                </a:schemeClr>
              </a:fillRef>
              <a:effectRef idx="0">
                <a:schemeClr val="accent4">
                  <a:hueOff val="7350668"/>
                  <a:satOff val="-30583"/>
                  <a:lumOff val="7206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9440" tIns="286512" rIns="599440" bIns="1717040" numCol="1" spcCol="1270" anchor="b" anchorCtr="1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s-ES" sz="1200" b="1" kern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orma libre: forma 28">
                <a:extLst>
                  <a:ext uri="{FF2B5EF4-FFF2-40B4-BE49-F238E27FC236}">
                    <a16:creationId xmlns:a16="http://schemas.microsoft.com/office/drawing/2014/main" id="{CA9666BB-D653-496C-AB57-FF7EBB5F827E}"/>
                  </a:ext>
                </a:extLst>
              </p:cNvPr>
              <p:cNvSpPr/>
              <p:nvPr/>
            </p:nvSpPr>
            <p:spPr>
              <a:xfrm rot="10800000">
                <a:off x="4587161" y="3652385"/>
                <a:ext cx="1625600" cy="1625600"/>
              </a:xfrm>
              <a:custGeom>
                <a:avLst/>
                <a:gdLst>
                  <a:gd name="connsiteX0" fmla="*/ 0 w 1625600"/>
                  <a:gd name="connsiteY0" fmla="*/ 812800 h 1625600"/>
                  <a:gd name="connsiteX1" fmla="*/ 812800 w 1625600"/>
                  <a:gd name="connsiteY1" fmla="*/ 0 h 1625600"/>
                  <a:gd name="connsiteX2" fmla="*/ 1625600 w 1625600"/>
                  <a:gd name="connsiteY2" fmla="*/ 812800 h 1625600"/>
                  <a:gd name="connsiteX3" fmla="*/ 812800 w 1625600"/>
                  <a:gd name="connsiteY3" fmla="*/ 1625600 h 1625600"/>
                  <a:gd name="connsiteX4" fmla="*/ 0 w 1625600"/>
                  <a:gd name="connsiteY4" fmla="*/ 8128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25600" h="1625600">
                    <a:moveTo>
                      <a:pt x="0" y="812800"/>
                    </a:moveTo>
                    <a:cubicBezTo>
                      <a:pt x="0" y="363903"/>
                      <a:pt x="363903" y="0"/>
                      <a:pt x="812800" y="0"/>
                    </a:cubicBezTo>
                    <a:cubicBezTo>
                      <a:pt x="1261697" y="0"/>
                      <a:pt x="1625600" y="363903"/>
                      <a:pt x="1625600" y="812800"/>
                    </a:cubicBezTo>
                    <a:cubicBezTo>
                      <a:pt x="1625600" y="1261697"/>
                      <a:pt x="1261697" y="1625600"/>
                      <a:pt x="812800" y="1625600"/>
                    </a:cubicBezTo>
                    <a:cubicBezTo>
                      <a:pt x="363903" y="1625600"/>
                      <a:pt x="0" y="1261697"/>
                      <a:pt x="0" y="812800"/>
                    </a:cubicBezTo>
                    <a:close/>
                  </a:path>
                </a:pathLst>
              </a:custGeom>
              <a:scene3d>
                <a:camera prst="orthographicFront"/>
                <a:lightRig rig="chilly" dir="t"/>
              </a:scene3d>
              <a:sp3d prstMaterial="translucentPowder">
                <a:bevelT w="127000" h="25400" prst="softRound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9800891"/>
                  <a:satOff val="-40777"/>
                  <a:lumOff val="9608"/>
                  <a:alphaOff val="0"/>
                </a:schemeClr>
              </a:fillRef>
              <a:effectRef idx="0">
                <a:schemeClr val="accent4">
                  <a:hueOff val="9800891"/>
                  <a:satOff val="-40777"/>
                  <a:lumOff val="9608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23407" tIns="491744" rIns="323409" bIns="491744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s-ES" sz="1200" b="1" kern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1722244D-E8F5-4BA6-AD63-BBEB72B7C0A0}"/>
                </a:ext>
              </a:extLst>
            </p:cNvPr>
            <p:cNvSpPr txBox="1"/>
            <p:nvPr/>
          </p:nvSpPr>
          <p:spPr>
            <a:xfrm>
              <a:off x="2391258" y="2589340"/>
              <a:ext cx="10791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b="1" dirty="0"/>
                <a:t>PUNTO DE TRABAJO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BFEBD11D-8B18-4232-91E8-E710D1BC28C3}"/>
                </a:ext>
              </a:extLst>
            </p:cNvPr>
            <p:cNvSpPr txBox="1"/>
            <p:nvPr/>
          </p:nvSpPr>
          <p:spPr>
            <a:xfrm>
              <a:off x="2405488" y="3624986"/>
              <a:ext cx="10791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b="1" dirty="0"/>
                <a:t>LUGAR DE TRABAJO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77307F19-B808-4301-A6C1-9B614E6FE67B}"/>
                </a:ext>
              </a:extLst>
            </p:cNvPr>
            <p:cNvSpPr txBox="1"/>
            <p:nvPr/>
          </p:nvSpPr>
          <p:spPr>
            <a:xfrm>
              <a:off x="2424789" y="4201252"/>
              <a:ext cx="10791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b="1" dirty="0"/>
                <a:t>ALMACEN EN EL LUGAR DE TRABAJO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9D284857-AD59-47A8-9546-1108C13CE8C6}"/>
                </a:ext>
              </a:extLst>
            </p:cNvPr>
            <p:cNvSpPr txBox="1"/>
            <p:nvPr/>
          </p:nvSpPr>
          <p:spPr>
            <a:xfrm>
              <a:off x="2391258" y="4933123"/>
              <a:ext cx="10791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b="1" dirty="0"/>
                <a:t>ALMACEN EN LA FÁBRICA</a:t>
              </a: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B65C5DE-D062-4E32-8DBB-6DF8F2E6C55C}"/>
                </a:ext>
              </a:extLst>
            </p:cNvPr>
            <p:cNvSpPr txBox="1"/>
            <p:nvPr/>
          </p:nvSpPr>
          <p:spPr>
            <a:xfrm>
              <a:off x="2391258" y="5633158"/>
              <a:ext cx="10791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b="1" dirty="0"/>
                <a:t>JAULA</a:t>
              </a:r>
            </a:p>
          </p:txBody>
        </p:sp>
      </p:grp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24EA1D47-362C-447C-8A32-14E5EB318466}"/>
              </a:ext>
            </a:extLst>
          </p:cNvPr>
          <p:cNvCxnSpPr>
            <a:cxnSpLocks/>
          </p:cNvCxnSpPr>
          <p:nvPr/>
        </p:nvCxnSpPr>
        <p:spPr>
          <a:xfrm flipH="1">
            <a:off x="4365541" y="3040960"/>
            <a:ext cx="1911052" cy="4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12E55001-CE34-436C-BBEC-F03039F1C897}"/>
              </a:ext>
            </a:extLst>
          </p:cNvPr>
          <p:cNvCxnSpPr>
            <a:cxnSpLocks/>
          </p:cNvCxnSpPr>
          <p:nvPr/>
        </p:nvCxnSpPr>
        <p:spPr>
          <a:xfrm flipH="1">
            <a:off x="4442003" y="3917335"/>
            <a:ext cx="1911052" cy="4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8CE35781-2EBC-4C8D-8788-DB4573AF6595}"/>
              </a:ext>
            </a:extLst>
          </p:cNvPr>
          <p:cNvCxnSpPr>
            <a:cxnSpLocks/>
          </p:cNvCxnSpPr>
          <p:nvPr/>
        </p:nvCxnSpPr>
        <p:spPr>
          <a:xfrm flipH="1">
            <a:off x="4460521" y="4699147"/>
            <a:ext cx="1911052" cy="4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FB27E867-B9FD-416B-A176-42EF711798DA}"/>
              </a:ext>
            </a:extLst>
          </p:cNvPr>
          <p:cNvCxnSpPr>
            <a:cxnSpLocks/>
          </p:cNvCxnSpPr>
          <p:nvPr/>
        </p:nvCxnSpPr>
        <p:spPr>
          <a:xfrm flipH="1">
            <a:off x="4460521" y="5504404"/>
            <a:ext cx="1911052" cy="4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Gráfico 42" descr="Agregar">
            <a:extLst>
              <a:ext uri="{FF2B5EF4-FFF2-40B4-BE49-F238E27FC236}">
                <a16:creationId xmlns:a16="http://schemas.microsoft.com/office/drawing/2014/main" id="{CA29AE68-F44B-4834-AD63-C5FB7131FB0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17029" y="6274488"/>
            <a:ext cx="618292" cy="618292"/>
          </a:xfrm>
          <a:prstGeom prst="rect">
            <a:avLst/>
          </a:prstGeom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944712DC-5864-41FF-9E69-0EDD53EF0F43}"/>
              </a:ext>
            </a:extLst>
          </p:cNvPr>
          <p:cNvSpPr txBox="1"/>
          <p:nvPr/>
        </p:nvSpPr>
        <p:spPr>
          <a:xfrm>
            <a:off x="7272236" y="6417713"/>
            <a:ext cx="1675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/>
              <a:t>CADA VARIOS AÑOS</a:t>
            </a:r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2801F7D1-917F-4205-861A-789DD6EC5DF8}"/>
              </a:ext>
            </a:extLst>
          </p:cNvPr>
          <p:cNvCxnSpPr>
            <a:cxnSpLocks/>
            <a:endCxn id="34" idx="3"/>
          </p:cNvCxnSpPr>
          <p:nvPr/>
        </p:nvCxnSpPr>
        <p:spPr>
          <a:xfrm flipH="1" flipV="1">
            <a:off x="4365541" y="6136943"/>
            <a:ext cx="2083032" cy="444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3 Imagen">
            <a:extLst>
              <a:ext uri="{FF2B5EF4-FFF2-40B4-BE49-F238E27FC236}">
                <a16:creationId xmlns:a16="http://schemas.microsoft.com/office/drawing/2014/main" id="{5B2BBD61-734E-4EC5-A775-609D9368A4D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31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0C2B5E99-C30A-4364-80D1-8263F3E399D8}"/>
              </a:ext>
            </a:extLst>
          </p:cNvPr>
          <p:cNvSpPr/>
          <p:nvPr/>
        </p:nvSpPr>
        <p:spPr>
          <a:xfrm rot="1776424">
            <a:off x="3686024" y="4534408"/>
            <a:ext cx="1087285" cy="37625"/>
          </a:xfrm>
          <a:custGeom>
            <a:avLst/>
            <a:gdLst>
              <a:gd name="connsiteX0" fmla="*/ 0 w 1087285"/>
              <a:gd name="connsiteY0" fmla="*/ 18812 h 37624"/>
              <a:gd name="connsiteX1" fmla="*/ 1087285 w 1087285"/>
              <a:gd name="connsiteY1" fmla="*/ 18812 h 37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87285" h="37624">
                <a:moveTo>
                  <a:pt x="1087285" y="18812"/>
                </a:moveTo>
                <a:lnTo>
                  <a:pt x="0" y="18812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dk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29161" tIns="-8371" rIns="529159" bIns="-8371" numCol="1" spcCol="1270" anchor="ctr" anchorCtr="0">
            <a:noAutofit/>
          </a:bodyPr>
          <a:lstStyle/>
          <a:p>
            <a:pPr algn="ctr" defTabSz="22224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s-ES" sz="500"/>
          </a:p>
        </p:txBody>
      </p:sp>
      <p:grpSp>
        <p:nvGrpSpPr>
          <p:cNvPr id="191" name="Grupo 190">
            <a:extLst>
              <a:ext uri="{FF2B5EF4-FFF2-40B4-BE49-F238E27FC236}">
                <a16:creationId xmlns:a16="http://schemas.microsoft.com/office/drawing/2014/main" id="{8714053C-F6C3-474E-8464-E45C35D9B278}"/>
              </a:ext>
            </a:extLst>
          </p:cNvPr>
          <p:cNvGrpSpPr/>
          <p:nvPr/>
        </p:nvGrpSpPr>
        <p:grpSpPr>
          <a:xfrm>
            <a:off x="98817" y="6850330"/>
            <a:ext cx="4090776" cy="1027899"/>
            <a:chOff x="70683" y="5922172"/>
            <a:chExt cx="4090776" cy="1027899"/>
          </a:xfrm>
        </p:grpSpPr>
        <p:grpSp>
          <p:nvGrpSpPr>
            <p:cNvPr id="92" name="Grupo 91">
              <a:extLst>
                <a:ext uri="{FF2B5EF4-FFF2-40B4-BE49-F238E27FC236}">
                  <a16:creationId xmlns:a16="http://schemas.microsoft.com/office/drawing/2014/main" id="{E07728FB-3969-4D0B-B6C8-2CF29E96765B}"/>
                </a:ext>
              </a:extLst>
            </p:cNvPr>
            <p:cNvGrpSpPr/>
            <p:nvPr/>
          </p:nvGrpSpPr>
          <p:grpSpPr>
            <a:xfrm>
              <a:off x="71123" y="5922172"/>
              <a:ext cx="4074690" cy="594405"/>
              <a:chOff x="214837" y="5640592"/>
              <a:chExt cx="4074690" cy="594405"/>
            </a:xfrm>
          </p:grpSpPr>
          <p:pic>
            <p:nvPicPr>
              <p:cNvPr id="93" name="Gráfico 92" descr="Etiqueta">
                <a:extLst>
                  <a:ext uri="{FF2B5EF4-FFF2-40B4-BE49-F238E27FC236}">
                    <a16:creationId xmlns:a16="http://schemas.microsoft.com/office/drawing/2014/main" id="{BEF3B8B6-8D5B-45E7-A9A7-54007D70F5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4991141">
                <a:off x="214837" y="5640592"/>
                <a:ext cx="594405" cy="594405"/>
              </a:xfrm>
              <a:prstGeom prst="rect">
                <a:avLst/>
              </a:prstGeom>
            </p:spPr>
          </p:pic>
          <p:sp>
            <p:nvSpPr>
              <p:cNvPr id="94" name="CuadroTexto 93">
                <a:extLst>
                  <a:ext uri="{FF2B5EF4-FFF2-40B4-BE49-F238E27FC236}">
                    <a16:creationId xmlns:a16="http://schemas.microsoft.com/office/drawing/2014/main" id="{8929804F-BDED-4665-9D54-966AC8559D0C}"/>
                  </a:ext>
                </a:extLst>
              </p:cNvPr>
              <p:cNvSpPr txBox="1"/>
              <p:nvPr/>
            </p:nvSpPr>
            <p:spPr>
              <a:xfrm>
                <a:off x="699224" y="5797087"/>
                <a:ext cx="35903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dirty="0"/>
                  <a:t>Cuestionar si se envía a la “JAULA”.</a:t>
                </a:r>
              </a:p>
            </p:txBody>
          </p:sp>
        </p:grpSp>
        <p:grpSp>
          <p:nvGrpSpPr>
            <p:cNvPr id="96" name="Grupo 95">
              <a:extLst>
                <a:ext uri="{FF2B5EF4-FFF2-40B4-BE49-F238E27FC236}">
                  <a16:creationId xmlns:a16="http://schemas.microsoft.com/office/drawing/2014/main" id="{4B3F290C-A661-463B-A037-55ADBFADBBCF}"/>
                </a:ext>
              </a:extLst>
            </p:cNvPr>
            <p:cNvGrpSpPr/>
            <p:nvPr/>
          </p:nvGrpSpPr>
          <p:grpSpPr>
            <a:xfrm>
              <a:off x="70683" y="6355666"/>
              <a:ext cx="4090776" cy="594405"/>
              <a:chOff x="214837" y="5640592"/>
              <a:chExt cx="4090776" cy="594405"/>
            </a:xfrm>
          </p:grpSpPr>
          <p:pic>
            <p:nvPicPr>
              <p:cNvPr id="97" name="Gráfico 96" descr="Etiqueta">
                <a:extLst>
                  <a:ext uri="{FF2B5EF4-FFF2-40B4-BE49-F238E27FC236}">
                    <a16:creationId xmlns:a16="http://schemas.microsoft.com/office/drawing/2014/main" id="{2736E339-63FF-4D4A-B8DF-33756F6C1C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4991141">
                <a:off x="214837" y="5640592"/>
                <a:ext cx="594405" cy="594405"/>
              </a:xfrm>
              <a:prstGeom prst="rect">
                <a:avLst/>
              </a:prstGeom>
            </p:spPr>
          </p:pic>
          <p:sp>
            <p:nvSpPr>
              <p:cNvPr id="98" name="CuadroTexto 97">
                <a:extLst>
                  <a:ext uri="{FF2B5EF4-FFF2-40B4-BE49-F238E27FC236}">
                    <a16:creationId xmlns:a16="http://schemas.microsoft.com/office/drawing/2014/main" id="{1BAD41AD-4DD7-4DDD-89FF-A2E3530AB542}"/>
                  </a:ext>
                </a:extLst>
              </p:cNvPr>
              <p:cNvSpPr txBox="1"/>
              <p:nvPr/>
            </p:nvSpPr>
            <p:spPr>
              <a:xfrm>
                <a:off x="699225" y="5797087"/>
                <a:ext cx="36063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dirty="0"/>
                  <a:t>Enviar fuera de la zona de trabajo.</a:t>
                </a:r>
              </a:p>
            </p:txBody>
          </p:sp>
        </p:grpSp>
      </p:grpSp>
      <p:cxnSp>
        <p:nvCxnSpPr>
          <p:cNvPr id="222" name="Conector: angular 221">
            <a:extLst>
              <a:ext uri="{FF2B5EF4-FFF2-40B4-BE49-F238E27FC236}">
                <a16:creationId xmlns:a16="http://schemas.microsoft.com/office/drawing/2014/main" id="{4D2B8AA5-ACE3-44EC-B7E3-60AA7169CD74}"/>
              </a:ext>
            </a:extLst>
          </p:cNvPr>
          <p:cNvCxnSpPr>
            <a:cxnSpLocks/>
            <a:stCxn id="292" idx="2"/>
            <a:endCxn id="246" idx="1"/>
          </p:cNvCxnSpPr>
          <p:nvPr/>
        </p:nvCxnSpPr>
        <p:spPr>
          <a:xfrm>
            <a:off x="4530374" y="3771748"/>
            <a:ext cx="574335" cy="3126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3" name="Conector recto de flecha 252">
            <a:extLst>
              <a:ext uri="{FF2B5EF4-FFF2-40B4-BE49-F238E27FC236}">
                <a16:creationId xmlns:a16="http://schemas.microsoft.com/office/drawing/2014/main" id="{C1660114-AA1B-42B2-AC7D-B66EFE50D8C1}"/>
              </a:ext>
            </a:extLst>
          </p:cNvPr>
          <p:cNvCxnSpPr>
            <a:cxnSpLocks/>
            <a:stCxn id="295" idx="2"/>
            <a:endCxn id="338" idx="1"/>
          </p:cNvCxnSpPr>
          <p:nvPr/>
        </p:nvCxnSpPr>
        <p:spPr>
          <a:xfrm flipV="1">
            <a:off x="4511496" y="2812582"/>
            <a:ext cx="1217784" cy="2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4" name="Conector: angular 353">
            <a:extLst>
              <a:ext uri="{FF2B5EF4-FFF2-40B4-BE49-F238E27FC236}">
                <a16:creationId xmlns:a16="http://schemas.microsoft.com/office/drawing/2014/main" id="{E18C4EC4-269D-4C28-B4CB-D08DCEDBE942}"/>
              </a:ext>
            </a:extLst>
          </p:cNvPr>
          <p:cNvCxnSpPr>
            <a:cxnSpLocks/>
            <a:stCxn id="246" idx="0"/>
            <a:endCxn id="338" idx="1"/>
          </p:cNvCxnSpPr>
          <p:nvPr/>
        </p:nvCxnSpPr>
        <p:spPr>
          <a:xfrm rot="5400000" flipH="1" flipV="1">
            <a:off x="5091964" y="3111651"/>
            <a:ext cx="936393" cy="3382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Conector: angular 145">
            <a:extLst>
              <a:ext uri="{FF2B5EF4-FFF2-40B4-BE49-F238E27FC236}">
                <a16:creationId xmlns:a16="http://schemas.microsoft.com/office/drawing/2014/main" id="{52622509-1E50-48C4-8D51-C3CC008BD29E}"/>
              </a:ext>
            </a:extLst>
          </p:cNvPr>
          <p:cNvCxnSpPr>
            <a:cxnSpLocks/>
            <a:stCxn id="25" idx="2"/>
            <a:endCxn id="243" idx="1"/>
          </p:cNvCxnSpPr>
          <p:nvPr/>
        </p:nvCxnSpPr>
        <p:spPr>
          <a:xfrm flipV="1">
            <a:off x="2902603" y="3293449"/>
            <a:ext cx="1249916" cy="8131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3" name="Imagen 242">
            <a:extLst>
              <a:ext uri="{FF2B5EF4-FFF2-40B4-BE49-F238E27FC236}">
                <a16:creationId xmlns:a16="http://schemas.microsoft.com/office/drawing/2014/main" id="{B4CCE8F2-B234-47C4-ACB5-84306DE7D8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2521" y="3103984"/>
            <a:ext cx="378939" cy="378939"/>
          </a:xfrm>
          <a:prstGeom prst="rect">
            <a:avLst/>
          </a:prstGeom>
        </p:spPr>
      </p:pic>
      <p:pic>
        <p:nvPicPr>
          <p:cNvPr id="246" name="Gráfico 245" descr="Ordenador">
            <a:extLst>
              <a:ext uri="{FF2B5EF4-FFF2-40B4-BE49-F238E27FC236}">
                <a16:creationId xmlns:a16="http://schemas.microsoft.com/office/drawing/2014/main" id="{B50B25D3-21B1-43DE-9070-30D0BBD196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04709" y="3748971"/>
            <a:ext cx="572643" cy="670868"/>
          </a:xfrm>
          <a:prstGeom prst="rect">
            <a:avLst/>
          </a:prstGeom>
        </p:spPr>
      </p:pic>
      <p:pic>
        <p:nvPicPr>
          <p:cNvPr id="265" name="Imagen 264">
            <a:extLst>
              <a:ext uri="{FF2B5EF4-FFF2-40B4-BE49-F238E27FC236}">
                <a16:creationId xmlns:a16="http://schemas.microsoft.com/office/drawing/2014/main" id="{A1400686-346C-4087-AAA0-757CBBA139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5112" y="3972866"/>
            <a:ext cx="123192" cy="144323"/>
          </a:xfrm>
          <a:prstGeom prst="rect">
            <a:avLst/>
          </a:prstGeom>
        </p:spPr>
      </p:pic>
      <p:pic>
        <p:nvPicPr>
          <p:cNvPr id="251" name="Gráfico 250" descr="Mesa">
            <a:extLst>
              <a:ext uri="{FF2B5EF4-FFF2-40B4-BE49-F238E27FC236}">
                <a16:creationId xmlns:a16="http://schemas.microsoft.com/office/drawing/2014/main" id="{6A81FB81-7015-4FF9-A019-22035E700C8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72118" y="3945907"/>
            <a:ext cx="169213" cy="198239"/>
          </a:xfrm>
          <a:prstGeom prst="rect">
            <a:avLst/>
          </a:prstGeom>
        </p:spPr>
      </p:pic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B6D6FCA6-DBA9-41B7-A81F-E2174DAA5455}"/>
              </a:ext>
            </a:extLst>
          </p:cNvPr>
          <p:cNvSpPr/>
          <p:nvPr/>
        </p:nvSpPr>
        <p:spPr>
          <a:xfrm>
            <a:off x="2479979" y="3891493"/>
            <a:ext cx="422624" cy="430296"/>
          </a:xfrm>
          <a:custGeom>
            <a:avLst/>
            <a:gdLst>
              <a:gd name="connsiteX0" fmla="*/ 0 w 422624"/>
              <a:gd name="connsiteY0" fmla="*/ 215148 h 430296"/>
              <a:gd name="connsiteX1" fmla="*/ 211312 w 422624"/>
              <a:gd name="connsiteY1" fmla="*/ 0 h 430296"/>
              <a:gd name="connsiteX2" fmla="*/ 422624 w 422624"/>
              <a:gd name="connsiteY2" fmla="*/ 215148 h 430296"/>
              <a:gd name="connsiteX3" fmla="*/ 211312 w 422624"/>
              <a:gd name="connsiteY3" fmla="*/ 430296 h 430296"/>
              <a:gd name="connsiteX4" fmla="*/ 0 w 422624"/>
              <a:gd name="connsiteY4" fmla="*/ 215148 h 43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624" h="430296">
                <a:moveTo>
                  <a:pt x="0" y="215148"/>
                </a:moveTo>
                <a:cubicBezTo>
                  <a:pt x="0" y="96325"/>
                  <a:pt x="94608" y="0"/>
                  <a:pt x="211312" y="0"/>
                </a:cubicBezTo>
                <a:cubicBezTo>
                  <a:pt x="328016" y="0"/>
                  <a:pt x="422624" y="96325"/>
                  <a:pt x="422624" y="215148"/>
                </a:cubicBezTo>
                <a:cubicBezTo>
                  <a:pt x="422624" y="333971"/>
                  <a:pt x="328016" y="430296"/>
                  <a:pt x="211312" y="430296"/>
                </a:cubicBezTo>
                <a:cubicBezTo>
                  <a:pt x="94608" y="430296"/>
                  <a:pt x="0" y="333971"/>
                  <a:pt x="0" y="215148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dk1">
                <a:shade val="80000"/>
                <a:hueOff val="0"/>
                <a:satOff val="0"/>
                <a:lumOff val="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243" tIns="69365" rIns="68243" bIns="69365" numCol="1" spcCol="1270" anchor="ctr" anchorCtr="0">
            <a:noAutofit/>
          </a:bodyPr>
          <a:lstStyle/>
          <a:p>
            <a:pPr algn="ctr" defTabSz="444489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s-ES" sz="1000" b="1" dirty="0"/>
          </a:p>
        </p:txBody>
      </p:sp>
      <p:pic>
        <p:nvPicPr>
          <p:cNvPr id="258" name="Gráfico 257" descr="Marca de verificación">
            <a:extLst>
              <a:ext uri="{FF2B5EF4-FFF2-40B4-BE49-F238E27FC236}">
                <a16:creationId xmlns:a16="http://schemas.microsoft.com/office/drawing/2014/main" id="{B0F560AC-0B35-4C3F-8988-71CCD44D0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87925" y="3977154"/>
            <a:ext cx="258985" cy="258985"/>
          </a:xfrm>
          <a:prstGeom prst="rect">
            <a:avLst/>
          </a:prstGeom>
        </p:spPr>
      </p:pic>
      <p:pic>
        <p:nvPicPr>
          <p:cNvPr id="260" name="Gráfico 259" descr="Preguntas">
            <a:extLst>
              <a:ext uri="{FF2B5EF4-FFF2-40B4-BE49-F238E27FC236}">
                <a16:creationId xmlns:a16="http://schemas.microsoft.com/office/drawing/2014/main" id="{77C2CEA8-79AB-48ED-80D7-64A86AF15CD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388379" y="4349435"/>
            <a:ext cx="485097" cy="485097"/>
          </a:xfrm>
          <a:prstGeom prst="rect">
            <a:avLst/>
          </a:prstGeom>
        </p:spPr>
      </p:pic>
      <p:sp>
        <p:nvSpPr>
          <p:cNvPr id="292" name="Forma libre: forma 291">
            <a:extLst>
              <a:ext uri="{FF2B5EF4-FFF2-40B4-BE49-F238E27FC236}">
                <a16:creationId xmlns:a16="http://schemas.microsoft.com/office/drawing/2014/main" id="{A24BABD6-FA76-4C55-A132-47359E3D9B19}"/>
              </a:ext>
            </a:extLst>
          </p:cNvPr>
          <p:cNvSpPr/>
          <p:nvPr/>
        </p:nvSpPr>
        <p:spPr>
          <a:xfrm>
            <a:off x="4100092" y="3556600"/>
            <a:ext cx="430283" cy="430296"/>
          </a:xfrm>
          <a:custGeom>
            <a:avLst/>
            <a:gdLst>
              <a:gd name="connsiteX0" fmla="*/ 0 w 430283"/>
              <a:gd name="connsiteY0" fmla="*/ 215148 h 430296"/>
              <a:gd name="connsiteX1" fmla="*/ 215142 w 430283"/>
              <a:gd name="connsiteY1" fmla="*/ 0 h 430296"/>
              <a:gd name="connsiteX2" fmla="*/ 430284 w 430283"/>
              <a:gd name="connsiteY2" fmla="*/ 215148 h 430296"/>
              <a:gd name="connsiteX3" fmla="*/ 215142 w 430283"/>
              <a:gd name="connsiteY3" fmla="*/ 430296 h 430296"/>
              <a:gd name="connsiteX4" fmla="*/ 0 w 430283"/>
              <a:gd name="connsiteY4" fmla="*/ 215148 h 43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0283" h="430296">
                <a:moveTo>
                  <a:pt x="0" y="215148"/>
                </a:moveTo>
                <a:cubicBezTo>
                  <a:pt x="0" y="96325"/>
                  <a:pt x="96322" y="0"/>
                  <a:pt x="215142" y="0"/>
                </a:cubicBezTo>
                <a:cubicBezTo>
                  <a:pt x="333962" y="0"/>
                  <a:pt x="430284" y="96325"/>
                  <a:pt x="430284" y="215148"/>
                </a:cubicBezTo>
                <a:cubicBezTo>
                  <a:pt x="430284" y="333971"/>
                  <a:pt x="333962" y="430296"/>
                  <a:pt x="215142" y="430296"/>
                </a:cubicBezTo>
                <a:cubicBezTo>
                  <a:pt x="96322" y="430296"/>
                  <a:pt x="0" y="333971"/>
                  <a:pt x="0" y="215148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dk1">
                <a:shade val="80000"/>
                <a:hueOff val="0"/>
                <a:satOff val="0"/>
                <a:lumOff val="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093" tIns="68095" rIns="68093" bIns="68095" numCol="1" spcCol="1270" anchor="ctr" anchorCtr="0">
            <a:noAutofit/>
          </a:bodyPr>
          <a:lstStyle/>
          <a:p>
            <a:pPr algn="ctr" defTabSz="35559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s-ES" sz="800" b="1" dirty="0"/>
          </a:p>
        </p:txBody>
      </p:sp>
      <p:pic>
        <p:nvPicPr>
          <p:cNvPr id="293" name="Gráfico 292" descr="Cerrar">
            <a:extLst>
              <a:ext uri="{FF2B5EF4-FFF2-40B4-BE49-F238E27FC236}">
                <a16:creationId xmlns:a16="http://schemas.microsoft.com/office/drawing/2014/main" id="{FE4E2094-A082-4C93-A3FC-21B1AE8E526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89598" y="3636184"/>
            <a:ext cx="288615" cy="288615"/>
          </a:xfrm>
          <a:prstGeom prst="rect">
            <a:avLst/>
          </a:prstGeom>
        </p:spPr>
      </p:pic>
      <p:sp>
        <p:nvSpPr>
          <p:cNvPr id="295" name="Forma libre: forma 294">
            <a:extLst>
              <a:ext uri="{FF2B5EF4-FFF2-40B4-BE49-F238E27FC236}">
                <a16:creationId xmlns:a16="http://schemas.microsoft.com/office/drawing/2014/main" id="{5536EB03-E03D-439C-9778-C17540DE76D1}"/>
              </a:ext>
            </a:extLst>
          </p:cNvPr>
          <p:cNvSpPr/>
          <p:nvPr/>
        </p:nvSpPr>
        <p:spPr>
          <a:xfrm>
            <a:off x="4088872" y="2599480"/>
            <a:ext cx="422624" cy="430296"/>
          </a:xfrm>
          <a:custGeom>
            <a:avLst/>
            <a:gdLst>
              <a:gd name="connsiteX0" fmla="*/ 0 w 422624"/>
              <a:gd name="connsiteY0" fmla="*/ 215148 h 430296"/>
              <a:gd name="connsiteX1" fmla="*/ 211312 w 422624"/>
              <a:gd name="connsiteY1" fmla="*/ 0 h 430296"/>
              <a:gd name="connsiteX2" fmla="*/ 422624 w 422624"/>
              <a:gd name="connsiteY2" fmla="*/ 215148 h 430296"/>
              <a:gd name="connsiteX3" fmla="*/ 211312 w 422624"/>
              <a:gd name="connsiteY3" fmla="*/ 430296 h 430296"/>
              <a:gd name="connsiteX4" fmla="*/ 0 w 422624"/>
              <a:gd name="connsiteY4" fmla="*/ 215148 h 43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624" h="430296">
                <a:moveTo>
                  <a:pt x="0" y="215148"/>
                </a:moveTo>
                <a:cubicBezTo>
                  <a:pt x="0" y="96325"/>
                  <a:pt x="94608" y="0"/>
                  <a:pt x="211312" y="0"/>
                </a:cubicBezTo>
                <a:cubicBezTo>
                  <a:pt x="328016" y="0"/>
                  <a:pt x="422624" y="96325"/>
                  <a:pt x="422624" y="215148"/>
                </a:cubicBezTo>
                <a:cubicBezTo>
                  <a:pt x="422624" y="333971"/>
                  <a:pt x="328016" y="430296"/>
                  <a:pt x="211312" y="430296"/>
                </a:cubicBezTo>
                <a:cubicBezTo>
                  <a:pt x="94608" y="430296"/>
                  <a:pt x="0" y="333971"/>
                  <a:pt x="0" y="215148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dk1">
                <a:shade val="80000"/>
                <a:hueOff val="0"/>
                <a:satOff val="0"/>
                <a:lumOff val="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243" tIns="69365" rIns="68243" bIns="69365" numCol="1" spcCol="1270" anchor="ctr" anchorCtr="0">
            <a:noAutofit/>
          </a:bodyPr>
          <a:lstStyle/>
          <a:p>
            <a:pPr algn="ctr" defTabSz="444489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s-ES" sz="1000" b="1" dirty="0"/>
          </a:p>
        </p:txBody>
      </p:sp>
      <p:pic>
        <p:nvPicPr>
          <p:cNvPr id="296" name="Gráfico 295" descr="Marca de verificación">
            <a:extLst>
              <a:ext uri="{FF2B5EF4-FFF2-40B4-BE49-F238E27FC236}">
                <a16:creationId xmlns:a16="http://schemas.microsoft.com/office/drawing/2014/main" id="{B6E4D5CF-FC26-42B0-8AA2-E64EDED4A73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96818" y="2685142"/>
            <a:ext cx="258985" cy="258985"/>
          </a:xfrm>
          <a:prstGeom prst="rect">
            <a:avLst/>
          </a:prstGeom>
        </p:spPr>
      </p:pic>
      <p:sp>
        <p:nvSpPr>
          <p:cNvPr id="408" name="CuadroTexto 407">
            <a:extLst>
              <a:ext uri="{FF2B5EF4-FFF2-40B4-BE49-F238E27FC236}">
                <a16:creationId xmlns:a16="http://schemas.microsoft.com/office/drawing/2014/main" id="{4321246A-2F9F-4685-A9B7-8D187744B34D}"/>
              </a:ext>
            </a:extLst>
          </p:cNvPr>
          <p:cNvSpPr txBox="1"/>
          <p:nvPr/>
        </p:nvSpPr>
        <p:spPr>
          <a:xfrm>
            <a:off x="5660626" y="1858349"/>
            <a:ext cx="4823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/>
              <a:t>USO</a:t>
            </a:r>
          </a:p>
        </p:txBody>
      </p:sp>
      <p:grpSp>
        <p:nvGrpSpPr>
          <p:cNvPr id="412" name="Grupo 411">
            <a:extLst>
              <a:ext uri="{FF2B5EF4-FFF2-40B4-BE49-F238E27FC236}">
                <a16:creationId xmlns:a16="http://schemas.microsoft.com/office/drawing/2014/main" id="{5654AA9B-4A93-4907-B01F-D064354749C9}"/>
              </a:ext>
            </a:extLst>
          </p:cNvPr>
          <p:cNvGrpSpPr/>
          <p:nvPr/>
        </p:nvGrpSpPr>
        <p:grpSpPr>
          <a:xfrm>
            <a:off x="5729286" y="2099287"/>
            <a:ext cx="451505" cy="1437503"/>
            <a:chOff x="5524705" y="772267"/>
            <a:chExt cx="451505" cy="1437503"/>
          </a:xfrm>
        </p:grpSpPr>
        <p:grpSp>
          <p:nvGrpSpPr>
            <p:cNvPr id="339" name="Grupo 338">
              <a:extLst>
                <a:ext uri="{FF2B5EF4-FFF2-40B4-BE49-F238E27FC236}">
                  <a16:creationId xmlns:a16="http://schemas.microsoft.com/office/drawing/2014/main" id="{26FFB91C-4058-42F1-A73A-C195F849293F}"/>
                </a:ext>
              </a:extLst>
            </p:cNvPr>
            <p:cNvGrpSpPr/>
            <p:nvPr/>
          </p:nvGrpSpPr>
          <p:grpSpPr>
            <a:xfrm>
              <a:off x="5524705" y="772267"/>
              <a:ext cx="368177" cy="1437503"/>
              <a:chOff x="5695023" y="630940"/>
              <a:chExt cx="368177" cy="1437503"/>
            </a:xfrm>
          </p:grpSpPr>
          <p:grpSp>
            <p:nvGrpSpPr>
              <p:cNvPr id="337" name="Grupo 336">
                <a:extLst>
                  <a:ext uri="{FF2B5EF4-FFF2-40B4-BE49-F238E27FC236}">
                    <a16:creationId xmlns:a16="http://schemas.microsoft.com/office/drawing/2014/main" id="{686E1228-A347-4893-B5D2-8A9D3C88336E}"/>
                  </a:ext>
                </a:extLst>
              </p:cNvPr>
              <p:cNvGrpSpPr/>
              <p:nvPr/>
            </p:nvGrpSpPr>
            <p:grpSpPr>
              <a:xfrm>
                <a:off x="5695023" y="672826"/>
                <a:ext cx="368177" cy="1395617"/>
                <a:chOff x="5437965" y="394405"/>
                <a:chExt cx="368177" cy="1395617"/>
              </a:xfrm>
            </p:grpSpPr>
            <p:grpSp>
              <p:nvGrpSpPr>
                <p:cNvPr id="336" name="Grupo 335">
                  <a:extLst>
                    <a:ext uri="{FF2B5EF4-FFF2-40B4-BE49-F238E27FC236}">
                      <a16:creationId xmlns:a16="http://schemas.microsoft.com/office/drawing/2014/main" id="{CB55C190-301E-4102-8E72-D85B003187ED}"/>
                    </a:ext>
                  </a:extLst>
                </p:cNvPr>
                <p:cNvGrpSpPr/>
                <p:nvPr/>
              </p:nvGrpSpPr>
              <p:grpSpPr>
                <a:xfrm>
                  <a:off x="5437965" y="394405"/>
                  <a:ext cx="368177" cy="1395617"/>
                  <a:chOff x="5437965" y="394405"/>
                  <a:chExt cx="368177" cy="1395617"/>
                </a:xfrm>
              </p:grpSpPr>
              <p:pic>
                <p:nvPicPr>
                  <p:cNvPr id="323" name="Gráfico 322" descr="Reloj de pulsera">
                    <a:extLst>
                      <a:ext uri="{FF2B5EF4-FFF2-40B4-BE49-F238E27FC236}">
                        <a16:creationId xmlns:a16="http://schemas.microsoft.com/office/drawing/2014/main" id="{0A92F1CE-BAAB-43C2-B858-2793FB7B8E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437965" y="394405"/>
                    <a:ext cx="345038" cy="345038"/>
                  </a:xfrm>
                  <a:prstGeom prst="rect">
                    <a:avLst/>
                  </a:prstGeom>
                </p:spPr>
              </p:pic>
              <p:pic>
                <p:nvPicPr>
                  <p:cNvPr id="327" name="Gráfico 326" descr="Calendario giratorio">
                    <a:extLst>
                      <a:ext uri="{FF2B5EF4-FFF2-40B4-BE49-F238E27FC236}">
                        <a16:creationId xmlns:a16="http://schemas.microsoft.com/office/drawing/2014/main" id="{EF3335AA-771D-4C81-AAD8-D52B515997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2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440462" y="739443"/>
                    <a:ext cx="365680" cy="365680"/>
                  </a:xfrm>
                  <a:prstGeom prst="rect">
                    <a:avLst/>
                  </a:prstGeom>
                </p:spPr>
              </p:pic>
              <p:pic>
                <p:nvPicPr>
                  <p:cNvPr id="329" name="Gráfico 328" descr="Calendario mensual">
                    <a:extLst>
                      <a:ext uri="{FF2B5EF4-FFF2-40B4-BE49-F238E27FC236}">
                        <a16:creationId xmlns:a16="http://schemas.microsoft.com/office/drawing/2014/main" id="{C85AD055-7E69-493A-BC11-4423F8DE29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2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440462" y="1424342"/>
                    <a:ext cx="365680" cy="36568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31" name="Gráfico 330" descr="Calendario">
                  <a:extLst>
                    <a:ext uri="{FF2B5EF4-FFF2-40B4-BE49-F238E27FC236}">
                      <a16:creationId xmlns:a16="http://schemas.microsoft.com/office/drawing/2014/main" id="{4C430670-09CA-433D-A8DC-700D7D7937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40462" y="1072506"/>
                  <a:ext cx="365680" cy="365680"/>
                </a:xfrm>
                <a:prstGeom prst="rect">
                  <a:avLst/>
                </a:prstGeom>
              </p:spPr>
            </p:pic>
          </p:grpSp>
          <p:sp>
            <p:nvSpPr>
              <p:cNvPr id="338" name="Rectángulo: esquinas redondeadas 337">
                <a:extLst>
                  <a:ext uri="{FF2B5EF4-FFF2-40B4-BE49-F238E27FC236}">
                    <a16:creationId xmlns:a16="http://schemas.microsoft.com/office/drawing/2014/main" id="{9FE2C114-7BD1-4C80-BF5E-9B6F37C812C7}"/>
                  </a:ext>
                </a:extLst>
              </p:cNvPr>
              <p:cNvSpPr/>
              <p:nvPr/>
            </p:nvSpPr>
            <p:spPr>
              <a:xfrm>
                <a:off x="5695023" y="630940"/>
                <a:ext cx="357205" cy="142659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409" name="CuadroTexto 408">
              <a:extLst>
                <a:ext uri="{FF2B5EF4-FFF2-40B4-BE49-F238E27FC236}">
                  <a16:creationId xmlns:a16="http://schemas.microsoft.com/office/drawing/2014/main" id="{5B305119-A087-4954-853C-295C57C9D865}"/>
                </a:ext>
              </a:extLst>
            </p:cNvPr>
            <p:cNvSpPr txBox="1"/>
            <p:nvPr/>
          </p:nvSpPr>
          <p:spPr>
            <a:xfrm>
              <a:off x="5545429" y="1262340"/>
              <a:ext cx="4307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b="1" dirty="0"/>
                <a:t>10</a:t>
              </a: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42F52086-38B5-4C23-BBFE-FB59A5D50B0E}"/>
              </a:ext>
            </a:extLst>
          </p:cNvPr>
          <p:cNvGrpSpPr/>
          <p:nvPr/>
        </p:nvGrpSpPr>
        <p:grpSpPr>
          <a:xfrm>
            <a:off x="7360763" y="1994114"/>
            <a:ext cx="1008000" cy="1007999"/>
            <a:chOff x="7425791" y="1165943"/>
            <a:chExt cx="1008000" cy="1007998"/>
          </a:xfrm>
        </p:grpSpPr>
        <p:sp>
          <p:nvSpPr>
            <p:cNvPr id="320" name="Elipse 319">
              <a:extLst>
                <a:ext uri="{FF2B5EF4-FFF2-40B4-BE49-F238E27FC236}">
                  <a16:creationId xmlns:a16="http://schemas.microsoft.com/office/drawing/2014/main" id="{07AB9B6C-F2C9-453B-927A-05F44236D70B}"/>
                </a:ext>
              </a:extLst>
            </p:cNvPr>
            <p:cNvSpPr/>
            <p:nvPr/>
          </p:nvSpPr>
          <p:spPr>
            <a:xfrm>
              <a:off x="7425791" y="1165943"/>
              <a:ext cx="1008000" cy="100799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50800" cmpd="thickThin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00" name="Elipse 99">
              <a:extLst>
                <a:ext uri="{FF2B5EF4-FFF2-40B4-BE49-F238E27FC236}">
                  <a16:creationId xmlns:a16="http://schemas.microsoft.com/office/drawing/2014/main" id="{03C25295-12D3-473F-8523-9C3BC7A113E9}"/>
                </a:ext>
              </a:extLst>
            </p:cNvPr>
            <p:cNvSpPr/>
            <p:nvPr/>
          </p:nvSpPr>
          <p:spPr>
            <a:xfrm>
              <a:off x="7446852" y="1183942"/>
              <a:ext cx="972000" cy="972000"/>
            </a:xfrm>
            <a:prstGeom prst="ellipse">
              <a:avLst/>
            </a:prstGeom>
            <a:noFill/>
            <a:ln w="31750" cmpd="sng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567F3417-9EAA-4040-8C62-DA9D55B5D0E7}"/>
              </a:ext>
            </a:extLst>
          </p:cNvPr>
          <p:cNvSpPr txBox="1"/>
          <p:nvPr/>
        </p:nvSpPr>
        <p:spPr>
          <a:xfrm>
            <a:off x="2921478" y="941550"/>
            <a:ext cx="40612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b="1" dirty="0">
                <a:solidFill>
                  <a:srgbClr val="00B050"/>
                </a:solidFill>
              </a:rPr>
              <a:t>NECESARIO</a:t>
            </a:r>
          </a:p>
        </p:txBody>
      </p:sp>
      <p:grpSp>
        <p:nvGrpSpPr>
          <p:cNvPr id="192" name="Grupo 191">
            <a:extLst>
              <a:ext uri="{FF2B5EF4-FFF2-40B4-BE49-F238E27FC236}">
                <a16:creationId xmlns:a16="http://schemas.microsoft.com/office/drawing/2014/main" id="{BC87E3BF-0C49-404D-BE66-25715D5CDB7F}"/>
              </a:ext>
            </a:extLst>
          </p:cNvPr>
          <p:cNvGrpSpPr/>
          <p:nvPr/>
        </p:nvGrpSpPr>
        <p:grpSpPr>
          <a:xfrm>
            <a:off x="355135" y="3748970"/>
            <a:ext cx="1692000" cy="1692000"/>
            <a:chOff x="355135" y="2678201"/>
            <a:chExt cx="1692000" cy="1692000"/>
          </a:xfrm>
        </p:grpSpPr>
        <p:pic>
          <p:nvPicPr>
            <p:cNvPr id="437" name="Gráfico 436" descr="Herramientas">
              <a:extLst>
                <a:ext uri="{FF2B5EF4-FFF2-40B4-BE49-F238E27FC236}">
                  <a16:creationId xmlns:a16="http://schemas.microsoft.com/office/drawing/2014/main" id="{D321ED90-05B1-48A3-8988-F25786AD2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570989" y="3570000"/>
              <a:ext cx="292812" cy="292812"/>
            </a:xfrm>
            <a:prstGeom prst="rect">
              <a:avLst/>
            </a:prstGeom>
          </p:spPr>
        </p:pic>
        <p:pic>
          <p:nvPicPr>
            <p:cNvPr id="440" name="Gráfico 439" descr="Pegamento">
              <a:extLst>
                <a:ext uri="{FF2B5EF4-FFF2-40B4-BE49-F238E27FC236}">
                  <a16:creationId xmlns:a16="http://schemas.microsoft.com/office/drawing/2014/main" id="{DAF95A23-244D-4846-8CA0-5A1437FAD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262537" y="3580347"/>
              <a:ext cx="273442" cy="273442"/>
            </a:xfrm>
            <a:prstGeom prst="rect">
              <a:avLst/>
            </a:prstGeom>
          </p:spPr>
        </p:pic>
        <p:pic>
          <p:nvPicPr>
            <p:cNvPr id="443" name="Gráfico 442" descr="Camisa">
              <a:extLst>
                <a:ext uri="{FF2B5EF4-FFF2-40B4-BE49-F238E27FC236}">
                  <a16:creationId xmlns:a16="http://schemas.microsoft.com/office/drawing/2014/main" id="{34B6C55B-5A19-452E-A704-FD55BFBCC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 rot="19946470">
              <a:off x="1555428" y="3218740"/>
              <a:ext cx="319928" cy="319928"/>
            </a:xfrm>
            <a:prstGeom prst="rect">
              <a:avLst/>
            </a:prstGeom>
          </p:spPr>
        </p:pic>
        <p:pic>
          <p:nvPicPr>
            <p:cNvPr id="445" name="Gráfico 444" descr="Ordenador">
              <a:extLst>
                <a:ext uri="{FF2B5EF4-FFF2-40B4-BE49-F238E27FC236}">
                  <a16:creationId xmlns:a16="http://schemas.microsoft.com/office/drawing/2014/main" id="{5F75D87A-4EE8-4EC5-B0E0-0C186776F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05937" y="3565897"/>
              <a:ext cx="340267" cy="340267"/>
            </a:xfrm>
            <a:prstGeom prst="rect">
              <a:avLst/>
            </a:prstGeom>
          </p:spPr>
        </p:pic>
        <p:pic>
          <p:nvPicPr>
            <p:cNvPr id="447" name="Gráfico 446" descr="Caja">
              <a:extLst>
                <a:ext uri="{FF2B5EF4-FFF2-40B4-BE49-F238E27FC236}">
                  <a16:creationId xmlns:a16="http://schemas.microsoft.com/office/drawing/2014/main" id="{D6FB1408-2866-4CE6-8EF0-795CE56E2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217909" y="3196421"/>
              <a:ext cx="356092" cy="356092"/>
            </a:xfrm>
            <a:prstGeom prst="rect">
              <a:avLst/>
            </a:prstGeom>
          </p:spPr>
        </p:pic>
        <p:pic>
          <p:nvPicPr>
            <p:cNvPr id="23587" name="Gráfico 23586" descr="Documento">
              <a:extLst>
                <a:ext uri="{FF2B5EF4-FFF2-40B4-BE49-F238E27FC236}">
                  <a16:creationId xmlns:a16="http://schemas.microsoft.com/office/drawing/2014/main" id="{57E3C244-4C65-4BC6-B591-ABAC30A83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538224" y="3530786"/>
              <a:ext cx="333984" cy="333984"/>
            </a:xfrm>
            <a:prstGeom prst="rect">
              <a:avLst/>
            </a:prstGeom>
          </p:spPr>
        </p:pic>
        <p:pic>
          <p:nvPicPr>
            <p:cNvPr id="23589" name="Gráfico 23588" descr="Carpeta">
              <a:extLst>
                <a:ext uri="{FF2B5EF4-FFF2-40B4-BE49-F238E27FC236}">
                  <a16:creationId xmlns:a16="http://schemas.microsoft.com/office/drawing/2014/main" id="{94DFAF9B-EFD1-4119-8124-917B92CB7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882007" y="3210328"/>
              <a:ext cx="309477" cy="309477"/>
            </a:xfrm>
            <a:prstGeom prst="rect">
              <a:avLst/>
            </a:prstGeom>
          </p:spPr>
        </p:pic>
        <p:pic>
          <p:nvPicPr>
            <p:cNvPr id="23591" name="Gráfico 23590" descr="Mesa y sillas">
              <a:extLst>
                <a:ext uri="{FF2B5EF4-FFF2-40B4-BE49-F238E27FC236}">
                  <a16:creationId xmlns:a16="http://schemas.microsoft.com/office/drawing/2014/main" id="{7490C332-88DE-411B-A8E6-D7EC0B0D0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512039" y="3140144"/>
              <a:ext cx="391694" cy="391694"/>
            </a:xfrm>
            <a:prstGeom prst="rect">
              <a:avLst/>
            </a:prstGeom>
          </p:spPr>
        </p:pic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F3EF68BD-EE25-4B19-9FB3-A94D58A750CF}"/>
                </a:ext>
              </a:extLst>
            </p:cNvPr>
            <p:cNvSpPr/>
            <p:nvPr/>
          </p:nvSpPr>
          <p:spPr>
            <a:xfrm>
              <a:off x="355135" y="2678201"/>
              <a:ext cx="1692000" cy="1692000"/>
            </a:xfrm>
            <a:prstGeom prst="rect">
              <a:avLst/>
            </a:prstGeom>
            <a:noFill/>
          </p:spPr>
          <p:txBody>
            <a:bodyPr spcFirstLastPara="1" wrap="none" lIns="91440" tIns="45720" rIns="91440" bIns="45720" numCol="1">
              <a:prstTxWarp prst="textCircle">
                <a:avLst/>
              </a:prstTxWarp>
              <a:spAutoFit/>
            </a:bodyPr>
            <a:lstStyle/>
            <a:p>
              <a:pPr algn="ctr"/>
              <a:r>
                <a:rPr lang="es-ES" sz="28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MATERIALES-MÁQUINAS Y EQUIPOS-TRANSPORTE Y ALMACENAJE-MOBILIARIO-INFORMACIÓN-</a:t>
              </a:r>
            </a:p>
          </p:txBody>
        </p:sp>
      </p:grpSp>
      <p:sp>
        <p:nvSpPr>
          <p:cNvPr id="154" name="Rectángulo 153">
            <a:extLst>
              <a:ext uri="{FF2B5EF4-FFF2-40B4-BE49-F238E27FC236}">
                <a16:creationId xmlns:a16="http://schemas.microsoft.com/office/drawing/2014/main" id="{33EDC584-C834-478F-89BC-82B3BA50A800}"/>
              </a:ext>
            </a:extLst>
          </p:cNvPr>
          <p:cNvSpPr/>
          <p:nvPr/>
        </p:nvSpPr>
        <p:spPr>
          <a:xfrm>
            <a:off x="7182723" y="3368556"/>
            <a:ext cx="1606147" cy="146596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/>
            </a:prstTxWarp>
            <a:spAutoFit/>
          </a:bodyPr>
          <a:lstStyle/>
          <a:p>
            <a:pPr algn="ctr"/>
            <a:endParaRPr lang="es-E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82" name="Grupo 81">
            <a:extLst>
              <a:ext uri="{FF2B5EF4-FFF2-40B4-BE49-F238E27FC236}">
                <a16:creationId xmlns:a16="http://schemas.microsoft.com/office/drawing/2014/main" id="{28FDA081-3D36-435A-B7E4-9EA070D56743}"/>
              </a:ext>
            </a:extLst>
          </p:cNvPr>
          <p:cNvGrpSpPr/>
          <p:nvPr/>
        </p:nvGrpSpPr>
        <p:grpSpPr>
          <a:xfrm>
            <a:off x="7198401" y="3308474"/>
            <a:ext cx="1433560" cy="1205859"/>
            <a:chOff x="7198087" y="2341495"/>
            <a:chExt cx="1433560" cy="1362710"/>
          </a:xfrm>
        </p:grpSpPr>
        <p:pic>
          <p:nvPicPr>
            <p:cNvPr id="155" name="Gráfico 154" descr="Inicio">
              <a:extLst>
                <a:ext uri="{FF2B5EF4-FFF2-40B4-BE49-F238E27FC236}">
                  <a16:creationId xmlns:a16="http://schemas.microsoft.com/office/drawing/2014/main" id="{FDABAE53-35AB-482D-A352-39F721950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7305816" y="2341495"/>
              <a:ext cx="1147266" cy="1121191"/>
            </a:xfrm>
            <a:prstGeom prst="rect">
              <a:avLst/>
            </a:prstGeom>
          </p:spPr>
        </p:pic>
        <p:sp>
          <p:nvSpPr>
            <p:cNvPr id="81" name="CuadroTexto 80">
              <a:extLst>
                <a:ext uri="{FF2B5EF4-FFF2-40B4-BE49-F238E27FC236}">
                  <a16:creationId xmlns:a16="http://schemas.microsoft.com/office/drawing/2014/main" id="{8D3F0ACD-90C3-44F3-850E-F6FEE9219FB7}"/>
                </a:ext>
              </a:extLst>
            </p:cNvPr>
            <p:cNvSpPr txBox="1"/>
            <p:nvPr/>
          </p:nvSpPr>
          <p:spPr>
            <a:xfrm>
              <a:off x="7198087" y="3286977"/>
              <a:ext cx="1433560" cy="417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 dirty="0"/>
                <a:t>ALMACENES</a:t>
              </a:r>
            </a:p>
          </p:txBody>
        </p:sp>
      </p:grpSp>
      <p:cxnSp>
        <p:nvCxnSpPr>
          <p:cNvPr id="84" name="Conector recto de flecha 83">
            <a:extLst>
              <a:ext uri="{FF2B5EF4-FFF2-40B4-BE49-F238E27FC236}">
                <a16:creationId xmlns:a16="http://schemas.microsoft.com/office/drawing/2014/main" id="{571DEA78-9BD7-4360-9318-718D453695F9}"/>
              </a:ext>
            </a:extLst>
          </p:cNvPr>
          <p:cNvCxnSpPr/>
          <p:nvPr/>
        </p:nvCxnSpPr>
        <p:spPr>
          <a:xfrm>
            <a:off x="6074319" y="2301676"/>
            <a:ext cx="12318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Conector recto de flecha 159">
            <a:extLst>
              <a:ext uri="{FF2B5EF4-FFF2-40B4-BE49-F238E27FC236}">
                <a16:creationId xmlns:a16="http://schemas.microsoft.com/office/drawing/2014/main" id="{EE78034A-D3CD-4EDC-A524-0894321F65E8}"/>
              </a:ext>
            </a:extLst>
          </p:cNvPr>
          <p:cNvCxnSpPr/>
          <p:nvPr/>
        </p:nvCxnSpPr>
        <p:spPr>
          <a:xfrm>
            <a:off x="6074319" y="2676369"/>
            <a:ext cx="12318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CuadroTexto 90">
            <a:extLst>
              <a:ext uri="{FF2B5EF4-FFF2-40B4-BE49-F238E27FC236}">
                <a16:creationId xmlns:a16="http://schemas.microsoft.com/office/drawing/2014/main" id="{909C6D31-1B37-413F-ACA8-CC71CC95995C}"/>
              </a:ext>
            </a:extLst>
          </p:cNvPr>
          <p:cNvSpPr txBox="1"/>
          <p:nvPr/>
        </p:nvSpPr>
        <p:spPr>
          <a:xfrm>
            <a:off x="7251969" y="2165188"/>
            <a:ext cx="1228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ZONA</a:t>
            </a:r>
          </a:p>
          <a:p>
            <a:pPr algn="ctr"/>
            <a:r>
              <a:rPr lang="es-ES" sz="1600" b="1" dirty="0"/>
              <a:t>TRABAJO</a:t>
            </a:r>
          </a:p>
        </p:txBody>
      </p:sp>
      <p:cxnSp>
        <p:nvCxnSpPr>
          <p:cNvPr id="99" name="Conector: angular 98">
            <a:extLst>
              <a:ext uri="{FF2B5EF4-FFF2-40B4-BE49-F238E27FC236}">
                <a16:creationId xmlns:a16="http://schemas.microsoft.com/office/drawing/2014/main" id="{4069775B-41D7-4251-923A-4A0E4430FD3A}"/>
              </a:ext>
            </a:extLst>
          </p:cNvPr>
          <p:cNvCxnSpPr>
            <a:cxnSpLocks/>
            <a:endCxn id="103" idx="1"/>
          </p:cNvCxnSpPr>
          <p:nvPr/>
        </p:nvCxnSpPr>
        <p:spPr>
          <a:xfrm>
            <a:off x="6097464" y="3002108"/>
            <a:ext cx="1544178" cy="3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Conector: angular 165">
            <a:extLst>
              <a:ext uri="{FF2B5EF4-FFF2-40B4-BE49-F238E27FC236}">
                <a16:creationId xmlns:a16="http://schemas.microsoft.com/office/drawing/2014/main" id="{18F19907-F4BA-40A4-B32A-63170A92B218}"/>
              </a:ext>
            </a:extLst>
          </p:cNvPr>
          <p:cNvCxnSpPr>
            <a:cxnSpLocks/>
            <a:stCxn id="329" idx="3"/>
            <a:endCxn id="155" idx="1"/>
          </p:cNvCxnSpPr>
          <p:nvPr/>
        </p:nvCxnSpPr>
        <p:spPr>
          <a:xfrm>
            <a:off x="6097463" y="3353950"/>
            <a:ext cx="1208667" cy="4505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5" name="Gráfico 184" descr="Etiqueta">
            <a:extLst>
              <a:ext uri="{FF2B5EF4-FFF2-40B4-BE49-F238E27FC236}">
                <a16:creationId xmlns:a16="http://schemas.microsoft.com/office/drawing/2014/main" id="{C51AD930-A933-40C5-9ADE-73E12E8D8E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0870" y="3201283"/>
            <a:ext cx="594405" cy="594405"/>
          </a:xfrm>
          <a:prstGeom prst="rect">
            <a:avLst/>
          </a:prstGeom>
        </p:spPr>
      </p:pic>
      <p:pic>
        <p:nvPicPr>
          <p:cNvPr id="195" name="Gráfico 194" descr="Etiqueta">
            <a:extLst>
              <a:ext uri="{FF2B5EF4-FFF2-40B4-BE49-F238E27FC236}">
                <a16:creationId xmlns:a16="http://schemas.microsoft.com/office/drawing/2014/main" id="{EBC1D536-67AD-4B9F-BB20-BBF6F96C4F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795806" flipH="1">
            <a:off x="5753768" y="4687809"/>
            <a:ext cx="604877" cy="594405"/>
          </a:xfrm>
          <a:prstGeom prst="rect">
            <a:avLst/>
          </a:prstGeom>
        </p:spPr>
      </p:pic>
      <p:grpSp>
        <p:nvGrpSpPr>
          <p:cNvPr id="181" name="Grupo 180">
            <a:extLst>
              <a:ext uri="{FF2B5EF4-FFF2-40B4-BE49-F238E27FC236}">
                <a16:creationId xmlns:a16="http://schemas.microsoft.com/office/drawing/2014/main" id="{C62ACD4A-698A-4879-ADE7-04966C6EF173}"/>
              </a:ext>
            </a:extLst>
          </p:cNvPr>
          <p:cNvGrpSpPr/>
          <p:nvPr/>
        </p:nvGrpSpPr>
        <p:grpSpPr>
          <a:xfrm>
            <a:off x="6991944" y="5097357"/>
            <a:ext cx="1800000" cy="1800000"/>
            <a:chOff x="6775886" y="4533720"/>
            <a:chExt cx="1800000" cy="1800000"/>
          </a:xfrm>
        </p:grpSpPr>
        <p:sp>
          <p:nvSpPr>
            <p:cNvPr id="227" name="Elipse 226">
              <a:extLst>
                <a:ext uri="{FF2B5EF4-FFF2-40B4-BE49-F238E27FC236}">
                  <a16:creationId xmlns:a16="http://schemas.microsoft.com/office/drawing/2014/main" id="{7A350112-C62E-44FA-B335-104E01052F60}"/>
                </a:ext>
              </a:extLst>
            </p:cNvPr>
            <p:cNvSpPr/>
            <p:nvPr/>
          </p:nvSpPr>
          <p:spPr>
            <a:xfrm>
              <a:off x="6775886" y="4533720"/>
              <a:ext cx="1800000" cy="1800000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7" name="Elipse 216">
              <a:extLst>
                <a:ext uri="{FF2B5EF4-FFF2-40B4-BE49-F238E27FC236}">
                  <a16:creationId xmlns:a16="http://schemas.microsoft.com/office/drawing/2014/main" id="{26E25B00-39D3-4517-8CD8-5AB4A870F2A5}"/>
                </a:ext>
              </a:extLst>
            </p:cNvPr>
            <p:cNvSpPr/>
            <p:nvPr/>
          </p:nvSpPr>
          <p:spPr>
            <a:xfrm>
              <a:off x="7127565" y="4557053"/>
              <a:ext cx="1080000" cy="1080000"/>
            </a:xfrm>
            <a:prstGeom prst="ellipse">
              <a:avLst/>
            </a:prstGeom>
            <a:solidFill>
              <a:srgbClr val="FF5050"/>
            </a:solidFill>
            <a:ln w="50800" cmpd="thickThin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4" name="Elipse 183">
              <a:extLst>
                <a:ext uri="{FF2B5EF4-FFF2-40B4-BE49-F238E27FC236}">
                  <a16:creationId xmlns:a16="http://schemas.microsoft.com/office/drawing/2014/main" id="{083DF8B7-6448-4810-A4D4-91C67C9A37A6}"/>
                </a:ext>
              </a:extLst>
            </p:cNvPr>
            <p:cNvSpPr/>
            <p:nvPr/>
          </p:nvSpPr>
          <p:spPr>
            <a:xfrm>
              <a:off x="7347260" y="4598872"/>
              <a:ext cx="648000" cy="648000"/>
            </a:xfrm>
            <a:prstGeom prst="ellipse">
              <a:avLst/>
            </a:prstGeom>
            <a:solidFill>
              <a:srgbClr val="FF5050"/>
            </a:solidFill>
            <a:ln w="50800" cmpd="thickThin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244" name="CuadroTexto 243">
            <a:extLst>
              <a:ext uri="{FF2B5EF4-FFF2-40B4-BE49-F238E27FC236}">
                <a16:creationId xmlns:a16="http://schemas.microsoft.com/office/drawing/2014/main" id="{9473232A-7556-4238-9C6D-87FEDCAA5CFE}"/>
              </a:ext>
            </a:extLst>
          </p:cNvPr>
          <p:cNvSpPr txBox="1"/>
          <p:nvPr/>
        </p:nvSpPr>
        <p:spPr>
          <a:xfrm>
            <a:off x="7251967" y="6848058"/>
            <a:ext cx="143356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JAULAS</a:t>
            </a:r>
          </a:p>
        </p:txBody>
      </p:sp>
      <p:pic>
        <p:nvPicPr>
          <p:cNvPr id="89" name="3 Imagen">
            <a:extLst>
              <a:ext uri="{FF2B5EF4-FFF2-40B4-BE49-F238E27FC236}">
                <a16:creationId xmlns:a16="http://schemas.microsoft.com/office/drawing/2014/main" id="{B2425CB2-EE37-4864-8285-5502C4E8F8AB}"/>
              </a:ext>
            </a:extLst>
          </p:cNvPr>
          <p:cNvPicPr>
            <a:picLocks noChangeAspect="1"/>
          </p:cNvPicPr>
          <p:nvPr/>
        </p:nvPicPr>
        <p:blipFill rotWithShape="1"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95" name="Imagen 94">
            <a:extLst>
              <a:ext uri="{FF2B5EF4-FFF2-40B4-BE49-F238E27FC236}">
                <a16:creationId xmlns:a16="http://schemas.microsoft.com/office/drawing/2014/main" id="{0BC57697-74EF-42E8-88A9-5FD481DD7D9B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101" name="3 Imagen">
            <a:extLst>
              <a:ext uri="{FF2B5EF4-FFF2-40B4-BE49-F238E27FC236}">
                <a16:creationId xmlns:a16="http://schemas.microsoft.com/office/drawing/2014/main" id="{B24609C0-19A1-471F-9B60-D2C6F20C261B}"/>
              </a:ext>
            </a:extLst>
          </p:cNvPr>
          <p:cNvPicPr>
            <a:picLocks noChangeAspect="1"/>
          </p:cNvPicPr>
          <p:nvPr/>
        </p:nvPicPr>
        <p:blipFill rotWithShape="1"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103" name="Gráfico 102" descr="Inicio">
            <a:extLst>
              <a:ext uri="{FF2B5EF4-FFF2-40B4-BE49-F238E27FC236}">
                <a16:creationId xmlns:a16="http://schemas.microsoft.com/office/drawing/2014/main" id="{8BF3168C-A23E-467D-9497-F5CA75E35725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7641642" y="2791717"/>
            <a:ext cx="487314" cy="421422"/>
          </a:xfrm>
          <a:prstGeom prst="rect">
            <a:avLst/>
          </a:prstGeom>
        </p:spPr>
      </p:pic>
      <p:pic>
        <p:nvPicPr>
          <p:cNvPr id="8" name="Gráfico 7" descr="Agregar">
            <a:extLst>
              <a:ext uri="{FF2B5EF4-FFF2-40B4-BE49-F238E27FC236}">
                <a16:creationId xmlns:a16="http://schemas.microsoft.com/office/drawing/2014/main" id="{FAC23C30-259C-4C68-BA90-90423ED22FBC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5745376" y="3551495"/>
            <a:ext cx="333611" cy="333611"/>
          </a:xfrm>
          <a:prstGeom prst="rect">
            <a:avLst/>
          </a:prstGeom>
        </p:spPr>
      </p:pic>
      <p:cxnSp>
        <p:nvCxnSpPr>
          <p:cNvPr id="104" name="Conector: angular 103">
            <a:extLst>
              <a:ext uri="{FF2B5EF4-FFF2-40B4-BE49-F238E27FC236}">
                <a16:creationId xmlns:a16="http://schemas.microsoft.com/office/drawing/2014/main" id="{69695ED4-9575-4165-85B2-187136DA3413}"/>
              </a:ext>
            </a:extLst>
          </p:cNvPr>
          <p:cNvCxnSpPr>
            <a:cxnSpLocks/>
            <a:stCxn id="8" idx="2"/>
            <a:endCxn id="227" idx="2"/>
          </p:cNvCxnSpPr>
          <p:nvPr/>
        </p:nvCxnSpPr>
        <p:spPr>
          <a:xfrm rot="16200000" flipH="1">
            <a:off x="5395938" y="4401350"/>
            <a:ext cx="2112251" cy="10797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2" name="3 Imagen">
            <a:extLst>
              <a:ext uri="{FF2B5EF4-FFF2-40B4-BE49-F238E27FC236}">
                <a16:creationId xmlns:a16="http://schemas.microsoft.com/office/drawing/2014/main" id="{4F95C791-47C8-474A-B8E6-ADD85359E620}"/>
              </a:ext>
            </a:extLst>
          </p:cNvPr>
          <p:cNvPicPr>
            <a:picLocks noChangeAspect="1"/>
          </p:cNvPicPr>
          <p:nvPr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8618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ráfico 43" descr="Etiqueta">
            <a:extLst>
              <a:ext uri="{FF2B5EF4-FFF2-40B4-BE49-F238E27FC236}">
                <a16:creationId xmlns:a16="http://schemas.microsoft.com/office/drawing/2014/main" id="{807DE6E3-5199-4484-8A7F-F34A1B90F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105742">
            <a:off x="1902041" y="1263430"/>
            <a:ext cx="5980318" cy="5980318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603BA513-A4A6-40FD-B076-2B056B53F096}"/>
              </a:ext>
            </a:extLst>
          </p:cNvPr>
          <p:cNvSpPr txBox="1"/>
          <p:nvPr/>
        </p:nvSpPr>
        <p:spPr>
          <a:xfrm>
            <a:off x="1507917" y="1006687"/>
            <a:ext cx="74975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/>
              <a:t>TARJETAS DE JAULA/ALMACEN</a:t>
            </a: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11A5EA21-E15F-44CB-96C9-AC42076570D0}"/>
              </a:ext>
            </a:extLst>
          </p:cNvPr>
          <p:cNvGrpSpPr/>
          <p:nvPr/>
        </p:nvGrpSpPr>
        <p:grpSpPr>
          <a:xfrm>
            <a:off x="6103832" y="6873792"/>
            <a:ext cx="4090776" cy="1027899"/>
            <a:chOff x="70683" y="5922172"/>
            <a:chExt cx="4090776" cy="1027899"/>
          </a:xfrm>
        </p:grpSpPr>
        <p:grpSp>
          <p:nvGrpSpPr>
            <p:cNvPr id="32" name="Grupo 31">
              <a:extLst>
                <a:ext uri="{FF2B5EF4-FFF2-40B4-BE49-F238E27FC236}">
                  <a16:creationId xmlns:a16="http://schemas.microsoft.com/office/drawing/2014/main" id="{A9096355-F9F6-40FF-9464-464E628FEADB}"/>
                </a:ext>
              </a:extLst>
            </p:cNvPr>
            <p:cNvGrpSpPr/>
            <p:nvPr/>
          </p:nvGrpSpPr>
          <p:grpSpPr>
            <a:xfrm>
              <a:off x="71123" y="5922172"/>
              <a:ext cx="4074690" cy="594405"/>
              <a:chOff x="214837" y="5640592"/>
              <a:chExt cx="4074690" cy="594405"/>
            </a:xfrm>
          </p:grpSpPr>
          <p:pic>
            <p:nvPicPr>
              <p:cNvPr id="36" name="Gráfico 35" descr="Etiqueta">
                <a:extLst>
                  <a:ext uri="{FF2B5EF4-FFF2-40B4-BE49-F238E27FC236}">
                    <a16:creationId xmlns:a16="http://schemas.microsoft.com/office/drawing/2014/main" id="{E407EE09-9A40-4B86-87DA-71583FB3D5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4991141">
                <a:off x="214837" y="5640592"/>
                <a:ext cx="594405" cy="594405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E9A48B03-D8E9-4EDB-9C85-B9A808A2BB47}"/>
                  </a:ext>
                </a:extLst>
              </p:cNvPr>
              <p:cNvSpPr txBox="1"/>
              <p:nvPr/>
            </p:nvSpPr>
            <p:spPr>
              <a:xfrm>
                <a:off x="699224" y="5797087"/>
                <a:ext cx="35903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dirty="0"/>
                  <a:t>Cuestionar si se envía a la “JAULA”.</a:t>
                </a:r>
              </a:p>
            </p:txBody>
          </p:sp>
        </p:grpSp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B92C6820-196A-4012-ADD1-1C28B30E7143}"/>
                </a:ext>
              </a:extLst>
            </p:cNvPr>
            <p:cNvGrpSpPr/>
            <p:nvPr/>
          </p:nvGrpSpPr>
          <p:grpSpPr>
            <a:xfrm>
              <a:off x="70683" y="6355666"/>
              <a:ext cx="4090776" cy="594405"/>
              <a:chOff x="214837" y="5640592"/>
              <a:chExt cx="4090776" cy="594405"/>
            </a:xfrm>
          </p:grpSpPr>
          <p:pic>
            <p:nvPicPr>
              <p:cNvPr id="34" name="Gráfico 33" descr="Etiqueta">
                <a:extLst>
                  <a:ext uri="{FF2B5EF4-FFF2-40B4-BE49-F238E27FC236}">
                    <a16:creationId xmlns:a16="http://schemas.microsoft.com/office/drawing/2014/main" id="{A3DB0154-A3D3-4946-87CD-D03FA0A2B4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4991141">
                <a:off x="214837" y="5640592"/>
                <a:ext cx="594405" cy="594405"/>
              </a:xfrm>
              <a:prstGeom prst="rect">
                <a:avLst/>
              </a:prstGeom>
            </p:spPr>
          </p:pic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057E8501-5330-4BA0-B0FA-EB9D798547F1}"/>
                  </a:ext>
                </a:extLst>
              </p:cNvPr>
              <p:cNvSpPr txBox="1"/>
              <p:nvPr/>
            </p:nvSpPr>
            <p:spPr>
              <a:xfrm>
                <a:off x="699225" y="5797087"/>
                <a:ext cx="36063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dirty="0"/>
                  <a:t>Enviar fuera de la zona de trabajo.</a:t>
                </a:r>
              </a:p>
            </p:txBody>
          </p:sp>
        </p:grpSp>
      </p:grpSp>
      <p:pic>
        <p:nvPicPr>
          <p:cNvPr id="24" name="3 Imagen">
            <a:extLst>
              <a:ext uri="{FF2B5EF4-FFF2-40B4-BE49-F238E27FC236}">
                <a16:creationId xmlns:a16="http://schemas.microsoft.com/office/drawing/2014/main" id="{C3C25019-8A4F-4AAE-908B-63BC613F586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3293CDEA-F036-465A-8CAF-34DEDEEF97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26" name="3 Imagen">
            <a:extLst>
              <a:ext uri="{FF2B5EF4-FFF2-40B4-BE49-F238E27FC236}">
                <a16:creationId xmlns:a16="http://schemas.microsoft.com/office/drawing/2014/main" id="{4B4FB790-7B79-4731-9663-A00ABEAD636C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27" name="Gráfico 26" descr="Etiqueta">
            <a:extLst>
              <a:ext uri="{FF2B5EF4-FFF2-40B4-BE49-F238E27FC236}">
                <a16:creationId xmlns:a16="http://schemas.microsoft.com/office/drawing/2014/main" id="{845D06BD-124B-4F40-9687-5C2FC181E3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8105742">
            <a:off x="1749641" y="1111030"/>
            <a:ext cx="5980318" cy="5980318"/>
          </a:xfrm>
          <a:prstGeom prst="rect">
            <a:avLst/>
          </a:prstGeom>
        </p:spPr>
      </p:pic>
      <p:grpSp>
        <p:nvGrpSpPr>
          <p:cNvPr id="28" name="Grupo 27">
            <a:extLst>
              <a:ext uri="{FF2B5EF4-FFF2-40B4-BE49-F238E27FC236}">
                <a16:creationId xmlns:a16="http://schemas.microsoft.com/office/drawing/2014/main" id="{B5A13EC4-8FD4-42E6-9253-30907222204C}"/>
              </a:ext>
            </a:extLst>
          </p:cNvPr>
          <p:cNvGrpSpPr/>
          <p:nvPr/>
        </p:nvGrpSpPr>
        <p:grpSpPr>
          <a:xfrm>
            <a:off x="2431602" y="3269992"/>
            <a:ext cx="3093776" cy="1431843"/>
            <a:chOff x="2427877" y="2912334"/>
            <a:chExt cx="3093776" cy="1431843"/>
          </a:xfrm>
        </p:grpSpPr>
        <p:pic>
          <p:nvPicPr>
            <p:cNvPr id="40" name="Imagen 39">
              <a:extLst>
                <a:ext uri="{FF2B5EF4-FFF2-40B4-BE49-F238E27FC236}">
                  <a16:creationId xmlns:a16="http://schemas.microsoft.com/office/drawing/2014/main" id="{C08DBF02-7176-43C5-9668-BB9A41769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7877" y="3212925"/>
              <a:ext cx="1624075" cy="1131252"/>
            </a:xfrm>
            <a:prstGeom prst="rect">
              <a:avLst/>
            </a:prstGeom>
            <a:noFill/>
          </p:spPr>
        </p:pic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B31AB890-E2B7-4CAF-A55F-E521BB5827AA}"/>
                </a:ext>
              </a:extLst>
            </p:cNvPr>
            <p:cNvSpPr/>
            <p:nvPr/>
          </p:nvSpPr>
          <p:spPr>
            <a:xfrm>
              <a:off x="2719730" y="2912334"/>
              <a:ext cx="2801923" cy="14109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42" name="Imagen 41">
              <a:extLst>
                <a:ext uri="{FF2B5EF4-FFF2-40B4-BE49-F238E27FC236}">
                  <a16:creationId xmlns:a16="http://schemas.microsoft.com/office/drawing/2014/main" id="{30347A82-9FCA-4661-947D-5DD54399F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760098" y="3283580"/>
              <a:ext cx="1646063" cy="926672"/>
            </a:xfrm>
            <a:prstGeom prst="rect">
              <a:avLst/>
            </a:prstGeom>
          </p:spPr>
        </p:pic>
        <p:pic>
          <p:nvPicPr>
            <p:cNvPr id="43" name="Imagen 42">
              <a:extLst>
                <a:ext uri="{FF2B5EF4-FFF2-40B4-BE49-F238E27FC236}">
                  <a16:creationId xmlns:a16="http://schemas.microsoft.com/office/drawing/2014/main" id="{263860E8-14C2-4F1D-8B57-E2E7B6CBA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33426" y="2969719"/>
              <a:ext cx="2572735" cy="335309"/>
            </a:xfrm>
            <a:prstGeom prst="rect">
              <a:avLst/>
            </a:prstGeom>
          </p:spPr>
        </p:pic>
      </p:grpSp>
      <p:pic>
        <p:nvPicPr>
          <p:cNvPr id="45" name="Gráfico 44" descr="Código QR">
            <a:extLst>
              <a:ext uri="{FF2B5EF4-FFF2-40B4-BE49-F238E27FC236}">
                <a16:creationId xmlns:a16="http://schemas.microsoft.com/office/drawing/2014/main" id="{C078065C-C76D-4C82-92BA-4868B6AC090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91983" y="3641238"/>
            <a:ext cx="933258" cy="933258"/>
          </a:xfrm>
          <a:prstGeom prst="rect">
            <a:avLst/>
          </a:prstGeom>
        </p:spPr>
      </p:pic>
      <p:pic>
        <p:nvPicPr>
          <p:cNvPr id="21" name="3 Imagen">
            <a:extLst>
              <a:ext uri="{FF2B5EF4-FFF2-40B4-BE49-F238E27FC236}">
                <a16:creationId xmlns:a16="http://schemas.microsoft.com/office/drawing/2014/main" id="{8F0D4B06-6C93-475F-B623-2DC36EAB37DE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158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Cuestionario sobre 2ª S</a:t>
            </a:r>
          </a:p>
        </p:txBody>
      </p:sp>
      <p:pic>
        <p:nvPicPr>
          <p:cNvPr id="6" name="3 Imagen">
            <a:extLst>
              <a:ext uri="{FF2B5EF4-FFF2-40B4-BE49-F238E27FC236}">
                <a16:creationId xmlns:a16="http://schemas.microsoft.com/office/drawing/2014/main" id="{A3A80454-136C-4F46-999B-7882C5212BA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1FB3395-1940-436E-A983-9DFCA832D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10" name="3 Imagen">
            <a:extLst>
              <a:ext uri="{FF2B5EF4-FFF2-40B4-BE49-F238E27FC236}">
                <a16:creationId xmlns:a16="http://schemas.microsoft.com/office/drawing/2014/main" id="{6C867E24-41FB-40DB-89A6-E0B3C2FA77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B0074C1D-091E-4039-BB6F-77838516C83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435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8" y="2899186"/>
            <a:ext cx="6859053" cy="1325563"/>
          </a:xfrm>
        </p:spPr>
        <p:txBody>
          <a:bodyPr>
            <a:normAutofit/>
          </a:bodyPr>
          <a:lstStyle/>
          <a:p>
            <a:r>
              <a:rPr lang="es-ES" sz="2800" dirty="0"/>
              <a:t>1. La 2ª S consiste en: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30" y="4049372"/>
            <a:ext cx="6787259" cy="2092032"/>
          </a:xfrm>
        </p:spPr>
        <p:txBody>
          <a:bodyPr>
            <a:noAutofit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000" b="1" dirty="0">
                <a:solidFill>
                  <a:srgbClr val="383131"/>
                </a:solidFill>
              </a:rPr>
              <a:t>Identificar</a:t>
            </a:r>
            <a:r>
              <a:rPr lang="es-ES" sz="2000" dirty="0">
                <a:solidFill>
                  <a:srgbClr val="383131"/>
                </a:solidFill>
              </a:rPr>
              <a:t> para  clasificar los elementos necesarios e innecesarios para la realización del trabajo</a:t>
            </a:r>
            <a:endParaRPr lang="es-ES" sz="2000" dirty="0"/>
          </a:p>
          <a:p>
            <a:pPr marL="457189" indent="-457189">
              <a:buFont typeface="+mj-lt"/>
              <a:buAutoNum type="alphaUcPeriod"/>
            </a:pPr>
            <a:r>
              <a:rPr lang="es-ES" sz="2000" b="1" dirty="0">
                <a:solidFill>
                  <a:srgbClr val="383131"/>
                </a:solidFill>
              </a:rPr>
              <a:t>Clasificar</a:t>
            </a:r>
            <a:r>
              <a:rPr lang="es-ES" sz="2000" dirty="0">
                <a:solidFill>
                  <a:srgbClr val="383131"/>
                </a:solidFill>
              </a:rPr>
              <a:t> para identificar los elementos necesarios e innecesarios para la realización del trabajo</a:t>
            </a:r>
            <a:endParaRPr lang="es-ES" sz="2000" dirty="0"/>
          </a:p>
          <a:p>
            <a:pPr marL="457189" indent="-457189">
              <a:buFont typeface="+mj-lt"/>
              <a:buAutoNum type="alphaUcPeriod"/>
            </a:pPr>
            <a:r>
              <a:rPr lang="es-ES" sz="2000" b="1" dirty="0">
                <a:solidFill>
                  <a:srgbClr val="383131"/>
                </a:solidFill>
              </a:rPr>
              <a:t>Inventariar</a:t>
            </a:r>
            <a:r>
              <a:rPr lang="es-ES" sz="2000" dirty="0">
                <a:solidFill>
                  <a:srgbClr val="383131"/>
                </a:solidFill>
              </a:rPr>
              <a:t> para identificar y clasificar los elementos necesarios e innecesarios para la realización del trabajo</a:t>
            </a:r>
            <a:endParaRPr lang="es-ES" sz="2000" dirty="0"/>
          </a:p>
          <a:p>
            <a:pPr marL="457189" indent="-457189">
              <a:buFont typeface="+mj-lt"/>
              <a:buAutoNum type="alphaUcPeriod"/>
            </a:pPr>
            <a:r>
              <a:rPr lang="es-ES" sz="2000" b="1" dirty="0">
                <a:solidFill>
                  <a:srgbClr val="383131"/>
                </a:solidFill>
              </a:rPr>
              <a:t>Ordenar</a:t>
            </a:r>
            <a:r>
              <a:rPr lang="es-ES" sz="2000" dirty="0">
                <a:solidFill>
                  <a:srgbClr val="383131"/>
                </a:solidFill>
              </a:rPr>
              <a:t> para identificar y clasificar los elementos necesarios que hemos observado en la 1ª S y que puedan ser encontrados con facilidad. </a:t>
            </a:r>
            <a:endParaRPr lang="es-ES" sz="2000" dirty="0"/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AAA837C2-1A9A-47B8-A0F2-49FD7035F2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5A919F7-4A85-4215-8CE6-A0505D6A0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79ABF0E8-06C5-4E98-BA69-D7515FD2D6F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E1C998A1-2BC4-4D21-8F0A-8931605344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793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8" y="2899186"/>
            <a:ext cx="6859053" cy="1325563"/>
          </a:xfrm>
        </p:spPr>
        <p:txBody>
          <a:bodyPr>
            <a:normAutofit/>
          </a:bodyPr>
          <a:lstStyle/>
          <a:p>
            <a:r>
              <a:rPr lang="es-ES" sz="2800" dirty="0"/>
              <a:t>2. Que significa LAYOUT: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30" y="4049372"/>
            <a:ext cx="6435419" cy="3144642"/>
          </a:xfrm>
        </p:spPr>
        <p:txBody>
          <a:bodyPr>
            <a:noAutofit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253746"/>
                </a:solidFill>
              </a:rPr>
              <a:t>LAYOUT es el diseño de la disposición mas desfavorable  de los elementos de las zonas de trabajo.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253746"/>
                </a:solidFill>
              </a:rPr>
              <a:t>LAYOUT es el diseño de la disposición mas óptima de los trabajadores en las zonas de trabajo.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253746"/>
                </a:solidFill>
              </a:rPr>
              <a:t>LAYOUT es el diseño de la disposición mas óptima de los desperdicios de las zonas de trabajo.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253746"/>
                </a:solidFill>
              </a:rPr>
              <a:t>LAYOUT es el diseño de la disposición mas óptima de los elementos de las zonas de trabajo.</a:t>
            </a:r>
            <a:endParaRPr lang="es-ES" sz="2000" dirty="0"/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5A892464-30F0-4049-8262-EB12E480F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43910BC-BDB3-4A88-A33A-43B9B57BB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C33D5E4B-A8F5-4739-9B97-3DA18AA8E1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4929155E-6A85-4F94-AFFA-321A69E2E87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459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9" y="2899186"/>
            <a:ext cx="7282209" cy="1325563"/>
          </a:xfrm>
        </p:spPr>
        <p:txBody>
          <a:bodyPr>
            <a:normAutofit/>
          </a:bodyPr>
          <a:lstStyle/>
          <a:p>
            <a:r>
              <a:rPr lang="es-ES" sz="2800" dirty="0"/>
              <a:t>3. Un criterio para realizar correctamente la 2ª S es: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30" y="4049372"/>
            <a:ext cx="6787259" cy="2092032"/>
          </a:xfrm>
        </p:spPr>
        <p:txBody>
          <a:bodyPr>
            <a:normAutofit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Decidir donde guardar las cosas tomando en cuenta la frecuencia de su uso. 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Tirar lo que no se utilice mucho. 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Ordenar todas las herramientas en los cajones</a:t>
            </a:r>
            <a:r>
              <a:rPr lang="es-ES" sz="2000" dirty="0">
                <a:solidFill>
                  <a:srgbClr val="253746"/>
                </a:solidFill>
              </a:rPr>
              <a:t>.</a:t>
            </a:r>
            <a:endParaRPr lang="es-ES" sz="2000" dirty="0"/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Ordenar sin tener en cuenta la seguridad</a:t>
            </a:r>
            <a:r>
              <a:rPr lang="es-ES" sz="2000" dirty="0">
                <a:solidFill>
                  <a:srgbClr val="253746"/>
                </a:solidFill>
              </a:rPr>
              <a:t>.</a:t>
            </a:r>
            <a:endParaRPr lang="es-ES" sz="2000" dirty="0"/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08B33A22-8E0C-4C54-94E9-A40DD8291D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648AF46-8521-4599-ACF6-3970BFE972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76F9986C-1D91-45DC-9765-448001DBC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C19C12DD-CCD4-42E6-AA1B-85A804A616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152400" y="8481810"/>
            <a:ext cx="9144000" cy="681317"/>
          </a:xfrm>
          <a:prstGeom prst="rect">
            <a:avLst/>
          </a:prstGeom>
        </p:spPr>
      </p:pic>
      <p:pic>
        <p:nvPicPr>
          <p:cNvPr id="9" name="3 Imagen">
            <a:extLst>
              <a:ext uri="{FF2B5EF4-FFF2-40B4-BE49-F238E27FC236}">
                <a16:creationId xmlns:a16="http://schemas.microsoft.com/office/drawing/2014/main" id="{EA116BBF-C657-4E13-B1FE-62AFF0CC23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198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9" y="2899186"/>
            <a:ext cx="7282209" cy="1325563"/>
          </a:xfrm>
        </p:spPr>
        <p:txBody>
          <a:bodyPr>
            <a:normAutofit/>
          </a:bodyPr>
          <a:lstStyle/>
          <a:p>
            <a:r>
              <a:rPr lang="es-ES" sz="2800" dirty="0"/>
              <a:t>4. Unas de las ventajas de hacer la 2ª S es: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30" y="4049372"/>
            <a:ext cx="6787259" cy="2092032"/>
          </a:xfrm>
        </p:spPr>
        <p:txBody>
          <a:bodyPr>
            <a:normAutofit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Facilita y mejorar el control visual.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Que todo este marcado para las visitas.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Eliminar las pérdidas de productos o elementos.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La A y la C son correctas</a:t>
            </a:r>
            <a:r>
              <a:rPr lang="es-ES" sz="2000" dirty="0">
                <a:solidFill>
                  <a:srgbClr val="253746"/>
                </a:solidFill>
              </a:rPr>
              <a:t>.</a:t>
            </a:r>
            <a:endParaRPr lang="es-ES" sz="2000" dirty="0"/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0E6C609E-88F0-4938-B696-28603AA4FD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6" name="3 Imagen">
            <a:extLst>
              <a:ext uri="{FF2B5EF4-FFF2-40B4-BE49-F238E27FC236}">
                <a16:creationId xmlns:a16="http://schemas.microsoft.com/office/drawing/2014/main" id="{F9D3AA21-E86B-4145-8720-6161A861FB1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152400" y="156404"/>
            <a:ext cx="9144000" cy="6813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64575D4-C411-4BA9-AD1E-E8401C6F0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725D0DED-4FD1-4CB6-9872-4038AFBC60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9" name="3 Imagen">
            <a:extLst>
              <a:ext uri="{FF2B5EF4-FFF2-40B4-BE49-F238E27FC236}">
                <a16:creationId xmlns:a16="http://schemas.microsoft.com/office/drawing/2014/main" id="{2487DBCE-AA8E-4C21-9632-AC4E538998E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0450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9" y="2899186"/>
            <a:ext cx="7282209" cy="1325563"/>
          </a:xfrm>
        </p:spPr>
        <p:txBody>
          <a:bodyPr>
            <a:normAutofit/>
          </a:bodyPr>
          <a:lstStyle/>
          <a:p>
            <a:r>
              <a:rPr lang="es-ES" sz="2800" dirty="0"/>
              <a:t>5. Los elementos se clasifican en: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30" y="4049372"/>
            <a:ext cx="6787259" cy="2092032"/>
          </a:xfrm>
        </p:spPr>
        <p:txBody>
          <a:bodyPr>
            <a:normAutofit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Tamaño, peso y color. 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Materiales, máquinas y equipos, transporte y almacenaje, mobiliario e información. 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Herramientas de mano o máquinas</a:t>
            </a:r>
            <a:r>
              <a:rPr lang="es-ES" sz="2000" dirty="0">
                <a:solidFill>
                  <a:srgbClr val="253746"/>
                </a:solidFill>
              </a:rPr>
              <a:t>.</a:t>
            </a:r>
            <a:endParaRPr lang="es-ES" sz="2000" dirty="0"/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Zonas de uso, logística y producción</a:t>
            </a:r>
            <a:r>
              <a:rPr lang="es-ES" sz="2000" dirty="0">
                <a:solidFill>
                  <a:srgbClr val="253746"/>
                </a:solidFill>
              </a:rPr>
              <a:t>.</a:t>
            </a:r>
            <a:endParaRPr lang="es-ES" sz="2000" dirty="0"/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F6B9E31D-E2C2-431C-82DE-C81754A401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0080FC4-7745-4BFD-8143-77BD93F21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C9C8A593-032F-4BB2-A03B-F26933F44E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F43870CD-A135-4911-BA96-C25FF63D1FE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1677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9" y="2899186"/>
            <a:ext cx="7282209" cy="1325563"/>
          </a:xfrm>
        </p:spPr>
        <p:txBody>
          <a:bodyPr>
            <a:normAutofit/>
          </a:bodyPr>
          <a:lstStyle/>
          <a:p>
            <a:r>
              <a:rPr lang="es-ES" sz="2800" dirty="0"/>
              <a:t>6. Según la frecuencia de uso: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29" y="4224749"/>
            <a:ext cx="6787259" cy="2092032"/>
          </a:xfrm>
        </p:spPr>
        <p:txBody>
          <a:bodyPr>
            <a:noAutofit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La frecuencia de uso no es importante para situar los elementos. 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Lo que usamos cada muchos años lo guardamos en la zona de trabajo. 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Lo que usamos todos los días lo ubicamos en el almacén exterior.</a:t>
            </a:r>
            <a:endParaRPr lang="es-ES" sz="2000" dirty="0"/>
          </a:p>
          <a:p>
            <a:pPr marL="457189" indent="-457189">
              <a:buFont typeface="+mj-lt"/>
              <a:buAutoNum type="alphaUcPeriod"/>
            </a:pPr>
            <a:r>
              <a:rPr lang="es-ES" sz="2000" dirty="0"/>
              <a:t>Lo que usamos todos los días lo ubicamos en la zona de trabajo</a:t>
            </a:r>
            <a:r>
              <a:rPr lang="es-ES" sz="2000" dirty="0">
                <a:solidFill>
                  <a:srgbClr val="253746"/>
                </a:solidFill>
              </a:rPr>
              <a:t>.</a:t>
            </a:r>
            <a:endParaRPr lang="es-ES" sz="2000" dirty="0"/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FCEE45A8-DE79-4A14-A482-9D2EB87510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075D68A-588E-4BAA-AA62-7013FB31E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30FDA779-53E1-49A7-9BD1-27F6A31886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66EA3A00-A093-4C3B-9BF9-1F86D7EB41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684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9" y="2899186"/>
            <a:ext cx="7282209" cy="1325563"/>
          </a:xfrm>
        </p:spPr>
        <p:txBody>
          <a:bodyPr>
            <a:normAutofit/>
          </a:bodyPr>
          <a:lstStyle/>
          <a:p>
            <a:r>
              <a:rPr lang="es-ES" sz="2800" dirty="0"/>
              <a:t>7. El color naranja del etiquetado de innecesarios es: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30" y="4049372"/>
            <a:ext cx="6787259" cy="2092032"/>
          </a:xfrm>
        </p:spPr>
        <p:txBody>
          <a:bodyPr>
            <a:normAutofit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400" dirty="0"/>
              <a:t>Enviar a la “JAULA”</a:t>
            </a:r>
            <a:r>
              <a:rPr lang="es-ES" sz="2400" dirty="0">
                <a:solidFill>
                  <a:srgbClr val="383131"/>
                </a:solidFill>
              </a:rPr>
              <a:t>. 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400" dirty="0">
                <a:solidFill>
                  <a:srgbClr val="383131"/>
                </a:solidFill>
              </a:rPr>
              <a:t>El color no tiene significado alguno. 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400" dirty="0"/>
              <a:t>Cuestionar si se envía a la “JAULA”.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400" dirty="0"/>
              <a:t>Enviar fuera de la zona de trabajo</a:t>
            </a:r>
            <a:r>
              <a:rPr lang="es-ES" sz="2400" dirty="0">
                <a:solidFill>
                  <a:srgbClr val="253746"/>
                </a:solidFill>
              </a:rPr>
              <a:t>.</a:t>
            </a:r>
            <a:endParaRPr lang="es-ES" sz="2400" dirty="0"/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399B300C-F701-44F0-B4AA-3FB594DBD0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17C32DB-A61D-493A-AF60-81961A776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90663B45-8236-4217-BFD8-839F108359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283D2378-7BF8-4147-BC93-5755827C59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906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9" y="2899186"/>
            <a:ext cx="7282209" cy="1325563"/>
          </a:xfrm>
        </p:spPr>
        <p:txBody>
          <a:bodyPr>
            <a:normAutofit/>
          </a:bodyPr>
          <a:lstStyle/>
          <a:p>
            <a:r>
              <a:rPr lang="es-ES" sz="2800" dirty="0"/>
              <a:t>8. Marca la respuesta correcta: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30" y="4049372"/>
            <a:ext cx="6787259" cy="2092032"/>
          </a:xfrm>
        </p:spPr>
        <p:txBody>
          <a:bodyPr>
            <a:normAutofit fontScale="92500" lnSpcReduction="10000"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400" dirty="0"/>
              <a:t>La 2ª S facilita y mejorar el control visual.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400" dirty="0">
                <a:solidFill>
                  <a:srgbClr val="383131"/>
                </a:solidFill>
              </a:rPr>
              <a:t>La 2ª S facilita el mantenimiento autónomo de máquinas, evitando averías.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200" dirty="0"/>
              <a:t>El objetivo particular de la 2ª S es aprovechar lugares despejados.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400" dirty="0"/>
              <a:t>La A y B son correctas</a:t>
            </a:r>
            <a:r>
              <a:rPr lang="es-ES" sz="2400" dirty="0">
                <a:solidFill>
                  <a:srgbClr val="253746"/>
                </a:solidFill>
              </a:rPr>
              <a:t>.</a:t>
            </a:r>
            <a:endParaRPr lang="es-ES" sz="2400" dirty="0"/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F6820E35-C703-4B35-960E-042B450299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5D231F5-7DEF-43C6-A950-14BBCE010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337375D3-CBFF-4FFB-B14E-AE24FD8BCB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744C4ED8-5F52-48F5-973D-52D2D31A38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678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3448969" y="1525965"/>
            <a:ext cx="4229788" cy="1739497"/>
          </a:xfrm>
        </p:spPr>
        <p:txBody>
          <a:bodyPr/>
          <a:lstStyle/>
          <a:p>
            <a:r>
              <a:rPr lang="es-ES" dirty="0"/>
              <a:t>Respuestas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551532" y="3409266"/>
            <a:ext cx="7886700" cy="571012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s-ES" dirty="0"/>
              <a:t>D</a:t>
            </a:r>
          </a:p>
          <a:p>
            <a:pPr>
              <a:buFont typeface="+mj-lt"/>
              <a:buAutoNum type="arabicPeriod"/>
            </a:pPr>
            <a:r>
              <a:rPr lang="es-ES" dirty="0"/>
              <a:t>D</a:t>
            </a:r>
          </a:p>
          <a:p>
            <a:pPr>
              <a:buFont typeface="+mj-lt"/>
              <a:buAutoNum type="arabicPeriod"/>
            </a:pPr>
            <a:r>
              <a:rPr lang="es-ES" dirty="0"/>
              <a:t>A</a:t>
            </a:r>
          </a:p>
          <a:p>
            <a:pPr>
              <a:buFont typeface="+mj-lt"/>
              <a:buAutoNum type="arabicPeriod"/>
            </a:pPr>
            <a:r>
              <a:rPr lang="es-ES" dirty="0"/>
              <a:t>D</a:t>
            </a:r>
          </a:p>
          <a:p>
            <a:pPr>
              <a:buFont typeface="+mj-lt"/>
              <a:buAutoNum type="arabicPeriod"/>
            </a:pPr>
            <a:r>
              <a:rPr lang="es-ES" dirty="0"/>
              <a:t>B</a:t>
            </a:r>
          </a:p>
          <a:p>
            <a:pPr>
              <a:buFont typeface="+mj-lt"/>
              <a:buAutoNum type="arabicPeriod"/>
            </a:pPr>
            <a:r>
              <a:rPr lang="es-ES" dirty="0"/>
              <a:t>D</a:t>
            </a:r>
          </a:p>
          <a:p>
            <a:pPr>
              <a:buFont typeface="+mj-lt"/>
              <a:buAutoNum type="arabicPeriod"/>
            </a:pPr>
            <a:r>
              <a:rPr lang="es-ES" dirty="0"/>
              <a:t>C</a:t>
            </a:r>
          </a:p>
          <a:p>
            <a:pPr>
              <a:buFont typeface="+mj-lt"/>
              <a:buAutoNum type="arabicPeriod"/>
            </a:pPr>
            <a:r>
              <a:rPr lang="es-ES" dirty="0"/>
              <a:t>Bonificación - D</a:t>
            </a:r>
          </a:p>
        </p:txBody>
      </p:sp>
      <p:pic>
        <p:nvPicPr>
          <p:cNvPr id="4" name="3 Imagen">
            <a:extLst>
              <a:ext uri="{FF2B5EF4-FFF2-40B4-BE49-F238E27FC236}">
                <a16:creationId xmlns:a16="http://schemas.microsoft.com/office/drawing/2014/main" id="{5AD1F465-9833-45A0-889A-E47EC35DC3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ADAF7C2-B1F9-49D8-9A1E-A9474ED38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6" name="3 Imagen">
            <a:extLst>
              <a:ext uri="{FF2B5EF4-FFF2-40B4-BE49-F238E27FC236}">
                <a16:creationId xmlns:a16="http://schemas.microsoft.com/office/drawing/2014/main" id="{84843166-BFFC-4FCB-A715-6B3AD024B2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03F1F6DD-B2B2-498D-8D0E-D51B5CEC88D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8934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CB8147D-6ECC-4423-B006-D90255AFE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304" y="2455765"/>
            <a:ext cx="6887507" cy="5752959"/>
          </a:xfrm>
          <a:prstGeom prst="rect">
            <a:avLst/>
          </a:prstGeom>
        </p:spPr>
      </p:pic>
      <p:pic>
        <p:nvPicPr>
          <p:cNvPr id="5" name="3 Imagen">
            <a:extLst>
              <a:ext uri="{FF2B5EF4-FFF2-40B4-BE49-F238E27FC236}">
                <a16:creationId xmlns:a16="http://schemas.microsoft.com/office/drawing/2014/main" id="{186E5425-643F-471D-B0BC-60D4C4EFA8E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6" name="3 Imagen">
            <a:extLst>
              <a:ext uri="{FF2B5EF4-FFF2-40B4-BE49-F238E27FC236}">
                <a16:creationId xmlns:a16="http://schemas.microsoft.com/office/drawing/2014/main" id="{ACB29243-37E6-4928-A1F3-42F43DFACC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23ECECC6-48EB-4DE0-BD72-660A5820F5C0}"/>
              </a:ext>
            </a:extLst>
          </p:cNvPr>
          <p:cNvSpPr txBox="1">
            <a:spLocks/>
          </p:cNvSpPr>
          <p:nvPr/>
        </p:nvSpPr>
        <p:spPr>
          <a:xfrm>
            <a:off x="2942193" y="1063040"/>
            <a:ext cx="2885730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AUDITORIA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536A472-FEEF-4987-82EF-D607B454A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41" y="1387583"/>
            <a:ext cx="1556079" cy="1882409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190FB5CA-A64C-46BC-812D-AF580A1A5B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8771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61591</TotalTime>
  <Words>1814</Words>
  <Application>Microsoft Office PowerPoint</Application>
  <PresentationFormat>Personalizado</PresentationFormat>
  <Paragraphs>261</Paragraphs>
  <Slides>30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8" baseType="lpstr">
      <vt:lpstr>&amp;quot</vt:lpstr>
      <vt:lpstr>Arial</vt:lpstr>
      <vt:lpstr>Calibri</vt:lpstr>
      <vt:lpstr>Calibri Light</vt:lpstr>
      <vt:lpstr>Courier New</vt:lpstr>
      <vt:lpstr>PTSansRegular</vt:lpstr>
      <vt:lpstr>Roboto Slab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Cuestionario sobre 2ª S</vt:lpstr>
      <vt:lpstr>1. La 2ª S consiste en:</vt:lpstr>
      <vt:lpstr>2. Que significa LAYOUT:</vt:lpstr>
      <vt:lpstr>3. Un criterio para realizar correctamente la 2ª S es:</vt:lpstr>
      <vt:lpstr>4. Unas de las ventajas de hacer la 2ª S es:</vt:lpstr>
      <vt:lpstr>5. Los elementos se clasifican en:</vt:lpstr>
      <vt:lpstr>6. Según la frecuencia de uso:</vt:lpstr>
      <vt:lpstr>7. El color naranja del etiquetado de innecesarios es:</vt:lpstr>
      <vt:lpstr>8. Marca la respuesta correcta:</vt:lpstr>
      <vt:lpstr>Respuestas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58433</dc:creator>
  <cp:lastModifiedBy>58433</cp:lastModifiedBy>
  <cp:revision>428</cp:revision>
  <cp:lastPrinted>2020-06-19T04:01:57Z</cp:lastPrinted>
  <dcterms:created xsi:type="dcterms:W3CDTF">2020-02-20T09:48:31Z</dcterms:created>
  <dcterms:modified xsi:type="dcterms:W3CDTF">2020-07-10T11:50:15Z</dcterms:modified>
</cp:coreProperties>
</file>